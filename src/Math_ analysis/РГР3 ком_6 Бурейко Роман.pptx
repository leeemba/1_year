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739" r:id="rId3"/>
  </p:sldMasterIdLst>
  <p:notesMasterIdLst>
    <p:notesMasterId r:id="rId32"/>
  </p:notesMasterIdLst>
  <p:sldIdLst>
    <p:sldId id="256" r:id="rId4"/>
    <p:sldId id="257" r:id="rId5"/>
    <p:sldId id="335" r:id="rId6"/>
    <p:sldId id="336" r:id="rId7"/>
    <p:sldId id="337" r:id="rId8"/>
    <p:sldId id="324" r:id="rId9"/>
    <p:sldId id="328" r:id="rId10"/>
    <p:sldId id="329" r:id="rId11"/>
    <p:sldId id="362" r:id="rId12"/>
    <p:sldId id="331" r:id="rId13"/>
    <p:sldId id="330" r:id="rId14"/>
    <p:sldId id="339" r:id="rId15"/>
    <p:sldId id="361" r:id="rId16"/>
    <p:sldId id="352" r:id="rId17"/>
    <p:sldId id="353" r:id="rId18"/>
    <p:sldId id="354" r:id="rId19"/>
    <p:sldId id="341" r:id="rId20"/>
    <p:sldId id="342" r:id="rId21"/>
    <p:sldId id="343" r:id="rId22"/>
    <p:sldId id="344" r:id="rId23"/>
    <p:sldId id="356" r:id="rId24"/>
    <p:sldId id="355" r:id="rId25"/>
    <p:sldId id="357" r:id="rId26"/>
    <p:sldId id="358" r:id="rId27"/>
    <p:sldId id="359" r:id="rId28"/>
    <p:sldId id="360" r:id="rId29"/>
    <p:sldId id="338" r:id="rId30"/>
    <p:sldId id="269" r:id="rId31"/>
  </p:sldIdLst>
  <p:sldSz cx="9144000" cy="5143500" type="screen16x9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2DFF"/>
    <a:srgbClr val="B953FF"/>
    <a:srgbClr val="C354CC"/>
    <a:srgbClr val="260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43253F-2131-49D0-8B22-080EFE94ABDC}" v="3686" dt="2024-04-09T11:49:08.3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7"/>
  </p:normalViewPr>
  <p:slideViewPr>
    <p:cSldViewPr snapToGrid="0">
      <p:cViewPr varScale="1">
        <p:scale>
          <a:sx n="141" d="100"/>
          <a:sy n="141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аукин Максим" userId="7bd719195f823dfe" providerId="LiveId" clId="{8F43253F-2131-49D0-8B22-080EFE94ABDC}"/>
    <pc:docChg chg="undo redo custSel addSld delSld modSld sldOrd">
      <pc:chgData name="Баукин Максим" userId="7bd719195f823dfe" providerId="LiveId" clId="{8F43253F-2131-49D0-8B22-080EFE94ABDC}" dt="2024-04-09T12:05:58.409" v="6708" actId="1076"/>
      <pc:docMkLst>
        <pc:docMk/>
      </pc:docMkLst>
      <pc:sldChg chg="addSp modSp mod ord">
        <pc:chgData name="Баукин Максим" userId="7bd719195f823dfe" providerId="LiveId" clId="{8F43253F-2131-49D0-8B22-080EFE94ABDC}" dt="2024-04-09T11:50:45.758" v="6666"/>
        <pc:sldMkLst>
          <pc:docMk/>
          <pc:sldMk cId="0" sldId="256"/>
        </pc:sldMkLst>
        <pc:spChg chg="add mod">
          <ac:chgData name="Баукин Максим" userId="7bd719195f823dfe" providerId="LiveId" clId="{8F43253F-2131-49D0-8B22-080EFE94ABDC}" dt="2024-04-09T11:32:27.615" v="6658" actId="20577"/>
          <ac:spMkLst>
            <pc:docMk/>
            <pc:sldMk cId="0" sldId="256"/>
            <ac:spMk id="3" creationId="{DB717368-BF53-FC40-2320-916DAAAE2F34}"/>
          </ac:spMkLst>
        </pc:spChg>
        <pc:spChg chg="mod">
          <ac:chgData name="Баукин Максим" userId="7bd719195f823dfe" providerId="LiveId" clId="{8F43253F-2131-49D0-8B22-080EFE94ABDC}" dt="2024-04-09T11:01:57.649" v="6421" actId="1076"/>
          <ac:spMkLst>
            <pc:docMk/>
            <pc:sldMk cId="0" sldId="256"/>
            <ac:spMk id="444" creationId="{00000000-0000-0000-0000-000000000000}"/>
          </ac:spMkLst>
        </pc:spChg>
      </pc:sldChg>
      <pc:sldChg chg="addSp delSp modSp mod ord">
        <pc:chgData name="Баукин Максим" userId="7bd719195f823dfe" providerId="LiveId" clId="{8F43253F-2131-49D0-8B22-080EFE94ABDC}" dt="2024-04-09T12:05:58.409" v="6708" actId="1076"/>
        <pc:sldMkLst>
          <pc:docMk/>
          <pc:sldMk cId="0" sldId="257"/>
        </pc:sldMkLst>
        <pc:spChg chg="add mod">
          <ac:chgData name="Баукин Максим" userId="7bd719195f823dfe" providerId="LiveId" clId="{8F43253F-2131-49D0-8B22-080EFE94ABDC}" dt="2024-04-09T12:05:58.409" v="6708" actId="1076"/>
          <ac:spMkLst>
            <pc:docMk/>
            <pc:sldMk cId="0" sldId="257"/>
            <ac:spMk id="5" creationId="{5D4315BF-A146-4948-DE2C-1CF145F66BAD}"/>
          </ac:spMkLst>
        </pc:spChg>
        <pc:spChg chg="add mod">
          <ac:chgData name="Баукин Максим" userId="7bd719195f823dfe" providerId="LiveId" clId="{8F43253F-2131-49D0-8B22-080EFE94ABDC}" dt="2024-04-09T12:05:54.896" v="6707" actId="1076"/>
          <ac:spMkLst>
            <pc:docMk/>
            <pc:sldMk cId="0" sldId="257"/>
            <ac:spMk id="6" creationId="{D54ED9DB-1141-10B3-6076-42684C0C8081}"/>
          </ac:spMkLst>
        </pc:spChg>
        <pc:spChg chg="mod">
          <ac:chgData name="Баукин Максим" userId="7bd719195f823dfe" providerId="LiveId" clId="{8F43253F-2131-49D0-8B22-080EFE94ABDC}" dt="2024-04-09T11:20:43.159" v="6615" actId="1076"/>
          <ac:spMkLst>
            <pc:docMk/>
            <pc:sldMk cId="0" sldId="257"/>
            <ac:spMk id="445" creationId="{00000000-0000-0000-0000-000000000000}"/>
          </ac:spMkLst>
        </pc:spChg>
        <pc:spChg chg="del mod">
          <ac:chgData name="Баукин Максим" userId="7bd719195f823dfe" providerId="LiveId" clId="{8F43253F-2131-49D0-8B22-080EFE94ABDC}" dt="2024-04-09T11:15:11.982" v="6599" actId="931"/>
          <ac:spMkLst>
            <pc:docMk/>
            <pc:sldMk cId="0" sldId="257"/>
            <ac:spMk id="446" creationId="{00000000-0000-0000-0000-000000000000}"/>
          </ac:spMkLst>
        </pc:spChg>
        <pc:picChg chg="add mod">
          <ac:chgData name="Баукин Максим" userId="7bd719195f823dfe" providerId="LiveId" clId="{8F43253F-2131-49D0-8B22-080EFE94ABDC}" dt="2024-04-09T11:43:11.163" v="6659" actId="14100"/>
          <ac:picMkLst>
            <pc:docMk/>
            <pc:sldMk cId="0" sldId="257"/>
            <ac:picMk id="3" creationId="{84308311-B5BB-2B1A-56B9-DFDEEF4FCD9C}"/>
          </ac:picMkLst>
        </pc:picChg>
      </pc:sldChg>
      <pc:sldChg chg="modSp add del mod">
        <pc:chgData name="Баукин Максим" userId="7bd719195f823dfe" providerId="LiveId" clId="{8F43253F-2131-49D0-8B22-080EFE94ABDC}" dt="2024-04-09T11:48:37.037" v="6662" actId="47"/>
        <pc:sldMkLst>
          <pc:docMk/>
          <pc:sldMk cId="0" sldId="258"/>
        </pc:sldMkLst>
        <pc:spChg chg="mod">
          <ac:chgData name="Баукин Максим" userId="7bd719195f823dfe" providerId="LiveId" clId="{8F43253F-2131-49D0-8B22-080EFE94ABDC}" dt="2024-04-09T11:45:02.503" v="6661" actId="1076"/>
          <ac:spMkLst>
            <pc:docMk/>
            <pc:sldMk cId="0" sldId="258"/>
            <ac:spMk id="530" creationId="{00000000-0000-0000-0000-000000000000}"/>
          </ac:spMkLst>
        </pc:spChg>
      </pc:sldChg>
      <pc:sldChg chg="modSp mod">
        <pc:chgData name="Баукин Максим" userId="7bd719195f823dfe" providerId="LiveId" clId="{8F43253F-2131-49D0-8B22-080EFE94ABDC}" dt="2024-01-06T20:55:03.324" v="6394" actId="20577"/>
        <pc:sldMkLst>
          <pc:docMk/>
          <pc:sldMk cId="0" sldId="269"/>
        </pc:sldMkLst>
        <pc:spChg chg="mod">
          <ac:chgData name="Баукин Максим" userId="7bd719195f823dfe" providerId="LiveId" clId="{8F43253F-2131-49D0-8B22-080EFE94ABDC}" dt="2024-01-06T20:55:03.324" v="6394" actId="20577"/>
          <ac:spMkLst>
            <pc:docMk/>
            <pc:sldMk cId="0" sldId="269"/>
            <ac:spMk id="2" creationId="{C8DEFF44-789C-5643-92AC-09D9CCD02B34}"/>
          </ac:spMkLst>
        </pc:spChg>
      </pc:sldChg>
      <pc:sldChg chg="modSp mod">
        <pc:chgData name="Баукин Максим" userId="7bd719195f823dfe" providerId="LiveId" clId="{8F43253F-2131-49D0-8B22-080EFE94ABDC}" dt="2024-04-09T11:22:27.810" v="6638" actId="20577"/>
        <pc:sldMkLst>
          <pc:docMk/>
          <pc:sldMk cId="3962654949" sldId="324"/>
        </pc:sldMkLst>
        <pc:spChg chg="mod">
          <ac:chgData name="Баукин Максим" userId="7bd719195f823dfe" providerId="LiveId" clId="{8F43253F-2131-49D0-8B22-080EFE94ABDC}" dt="2024-04-09T11:22:24.398" v="6637" actId="20577"/>
          <ac:spMkLst>
            <pc:docMk/>
            <pc:sldMk cId="3962654949" sldId="324"/>
            <ac:spMk id="4" creationId="{BD03A893-ECFA-DEED-F342-DE63BD722266}"/>
          </ac:spMkLst>
        </pc:spChg>
        <pc:spChg chg="mod">
          <ac:chgData name="Баукин Максим" userId="7bd719195f823dfe" providerId="LiveId" clId="{8F43253F-2131-49D0-8B22-080EFE94ABDC}" dt="2024-04-09T11:22:27.810" v="6638" actId="20577"/>
          <ac:spMkLst>
            <pc:docMk/>
            <pc:sldMk cId="3962654949" sldId="324"/>
            <ac:spMk id="5" creationId="{2BEA39AC-0C16-00A4-A7D1-16251640B1AD}"/>
          </ac:spMkLst>
        </pc:spChg>
      </pc:sldChg>
      <pc:sldChg chg="addSp delSp del mod">
        <pc:chgData name="Баукин Максим" userId="7bd719195f823dfe" providerId="LiveId" clId="{8F43253F-2131-49D0-8B22-080EFE94ABDC}" dt="2024-01-06T01:49:54.073" v="3951" actId="47"/>
        <pc:sldMkLst>
          <pc:docMk/>
          <pc:sldMk cId="4108989619" sldId="327"/>
        </pc:sldMkLst>
        <pc:picChg chg="add del">
          <ac:chgData name="Баукин Максим" userId="7bd719195f823dfe" providerId="LiveId" clId="{8F43253F-2131-49D0-8B22-080EFE94ABDC}" dt="2024-01-05T22:47:39.797" v="1840" actId="22"/>
          <ac:picMkLst>
            <pc:docMk/>
            <pc:sldMk cId="4108989619" sldId="327"/>
            <ac:picMk id="3" creationId="{C356541E-7B64-FC3F-6D86-6B5F6E2C7D08}"/>
          </ac:picMkLst>
        </pc:picChg>
      </pc:sldChg>
      <pc:sldChg chg="addSp modSp mod">
        <pc:chgData name="Баукин Максим" userId="7bd719195f823dfe" providerId="LiveId" clId="{8F43253F-2131-49D0-8B22-080EFE94ABDC}" dt="2024-01-06T02:52:15.171" v="4741"/>
        <pc:sldMkLst>
          <pc:docMk/>
          <pc:sldMk cId="3967077883" sldId="328"/>
        </pc:sldMkLst>
        <pc:spChg chg="mod">
          <ac:chgData name="Баукин Максим" userId="7bd719195f823dfe" providerId="LiveId" clId="{8F43253F-2131-49D0-8B22-080EFE94ABDC}" dt="2024-01-06T02:52:15.171" v="4741"/>
          <ac:spMkLst>
            <pc:docMk/>
            <pc:sldMk cId="3967077883" sldId="328"/>
            <ac:spMk id="4" creationId="{BD03A893-ECFA-DEED-F342-DE63BD722266}"/>
          </ac:spMkLst>
        </pc:spChg>
        <pc:spChg chg="mod">
          <ac:chgData name="Баукин Максим" userId="7bd719195f823dfe" providerId="LiveId" clId="{8F43253F-2131-49D0-8B22-080EFE94ABDC}" dt="2024-01-06T02:41:55.878" v="4664" actId="20577"/>
          <ac:spMkLst>
            <pc:docMk/>
            <pc:sldMk cId="3967077883" sldId="328"/>
            <ac:spMk id="5" creationId="{2BEA39AC-0C16-00A4-A7D1-16251640B1AD}"/>
          </ac:spMkLst>
        </pc:spChg>
        <pc:graphicFrameChg chg="add mod modGraphic">
          <ac:chgData name="Баукин Максим" userId="7bd719195f823dfe" providerId="LiveId" clId="{8F43253F-2131-49D0-8B22-080EFE94ABDC}" dt="2024-01-06T02:43:58.265" v="4739" actId="122"/>
          <ac:graphicFrameMkLst>
            <pc:docMk/>
            <pc:sldMk cId="3967077883" sldId="328"/>
            <ac:graphicFrameMk id="2" creationId="{34E8D91E-0094-F203-7DA0-07E102B91786}"/>
          </ac:graphicFrameMkLst>
        </pc:graphicFrameChg>
      </pc:sldChg>
      <pc:sldChg chg="addSp delSp modSp mod">
        <pc:chgData name="Баукин Максим" userId="7bd719195f823dfe" providerId="LiveId" clId="{8F43253F-2131-49D0-8B22-080EFE94ABDC}" dt="2024-01-06T13:47:35.508" v="5423" actId="22"/>
        <pc:sldMkLst>
          <pc:docMk/>
          <pc:sldMk cId="1170131229" sldId="329"/>
        </pc:sldMkLst>
        <pc:spChg chg="add del">
          <ac:chgData name="Баукин Максим" userId="7bd719195f823dfe" providerId="LiveId" clId="{8F43253F-2131-49D0-8B22-080EFE94ABDC}" dt="2024-01-06T13:47:35.508" v="5423" actId="22"/>
          <ac:spMkLst>
            <pc:docMk/>
            <pc:sldMk cId="1170131229" sldId="329"/>
            <ac:spMk id="3" creationId="{8AC34138-36C9-0A76-4C99-62E6BC0F4C0E}"/>
          </ac:spMkLst>
        </pc:spChg>
        <pc:spChg chg="mod">
          <ac:chgData name="Баукин Максим" userId="7bd719195f823dfe" providerId="LiveId" clId="{8F43253F-2131-49D0-8B22-080EFE94ABDC}" dt="2024-01-06T13:34:44.318" v="4748" actId="20577"/>
          <ac:spMkLst>
            <pc:docMk/>
            <pc:sldMk cId="1170131229" sldId="329"/>
            <ac:spMk id="4" creationId="{BD03A893-ECFA-DEED-F342-DE63BD722266}"/>
          </ac:spMkLst>
        </pc:spChg>
        <pc:spChg chg="mod">
          <ac:chgData name="Баукин Максим" userId="7bd719195f823dfe" providerId="LiveId" clId="{8F43253F-2131-49D0-8B22-080EFE94ABDC}" dt="2024-01-06T13:47:24.558" v="5421" actId="14100"/>
          <ac:spMkLst>
            <pc:docMk/>
            <pc:sldMk cId="1170131229" sldId="329"/>
            <ac:spMk id="5" creationId="{2BEA39AC-0C16-00A4-A7D1-16251640B1AD}"/>
          </ac:spMkLst>
        </pc:spChg>
      </pc:sldChg>
      <pc:sldChg chg="addSp delSp modSp mod ord">
        <pc:chgData name="Баукин Максим" userId="7bd719195f823dfe" providerId="LiveId" clId="{8F43253F-2131-49D0-8B22-080EFE94ABDC}" dt="2024-01-06T15:44:15.562" v="6125" actId="1076"/>
        <pc:sldMkLst>
          <pc:docMk/>
          <pc:sldMk cId="796223954" sldId="330"/>
        </pc:sldMkLst>
        <pc:spChg chg="mod">
          <ac:chgData name="Баукин Максим" userId="7bd719195f823dfe" providerId="LiveId" clId="{8F43253F-2131-49D0-8B22-080EFE94ABDC}" dt="2024-01-06T02:52:28.412" v="4746" actId="20577"/>
          <ac:spMkLst>
            <pc:docMk/>
            <pc:sldMk cId="796223954" sldId="330"/>
            <ac:spMk id="3" creationId="{E6D47BE8-AB5A-FDA6-F88A-E48B773E2C98}"/>
          </ac:spMkLst>
        </pc:spChg>
        <pc:spChg chg="add mod">
          <ac:chgData name="Баукин Максим" userId="7bd719195f823dfe" providerId="LiveId" clId="{8F43253F-2131-49D0-8B22-080EFE94ABDC}" dt="2024-01-06T15:44:15.562" v="6125" actId="1076"/>
          <ac:spMkLst>
            <pc:docMk/>
            <pc:sldMk cId="796223954" sldId="330"/>
            <ac:spMk id="8" creationId="{AD18A5AB-DA4A-4A06-949E-A925DB50BDBD}"/>
          </ac:spMkLst>
        </pc:spChg>
        <pc:picChg chg="add mod">
          <ac:chgData name="Баукин Максим" userId="7bd719195f823dfe" providerId="LiveId" clId="{8F43253F-2131-49D0-8B22-080EFE94ABDC}" dt="2024-01-06T15:40:33.705" v="6071" actId="1076"/>
          <ac:picMkLst>
            <pc:docMk/>
            <pc:sldMk cId="796223954" sldId="330"/>
            <ac:picMk id="4" creationId="{EC445D6F-27FD-B025-6886-DCBF8683E244}"/>
          </ac:picMkLst>
        </pc:picChg>
        <pc:picChg chg="del">
          <ac:chgData name="Баукин Максим" userId="7bd719195f823dfe" providerId="LiveId" clId="{8F43253F-2131-49D0-8B22-080EFE94ABDC}" dt="2024-01-06T15:38:18.235" v="6053" actId="478"/>
          <ac:picMkLst>
            <pc:docMk/>
            <pc:sldMk cId="796223954" sldId="330"/>
            <ac:picMk id="5" creationId="{46540875-2C56-A6B3-BBFF-30855A89518B}"/>
          </ac:picMkLst>
        </pc:picChg>
        <pc:picChg chg="add mod">
          <ac:chgData name="Баукин Максим" userId="7bd719195f823dfe" providerId="LiveId" clId="{8F43253F-2131-49D0-8B22-080EFE94ABDC}" dt="2024-01-06T15:42:02.472" v="6077" actId="1076"/>
          <ac:picMkLst>
            <pc:docMk/>
            <pc:sldMk cId="796223954" sldId="330"/>
            <ac:picMk id="7" creationId="{72067E6C-72D5-25B7-80D0-AAFB3B9B22BB}"/>
          </ac:picMkLst>
        </pc:picChg>
      </pc:sldChg>
      <pc:sldChg chg="modSp mod ord">
        <pc:chgData name="Баукин Максим" userId="7bd719195f823dfe" providerId="LiveId" clId="{8F43253F-2131-49D0-8B22-080EFE94ABDC}" dt="2024-01-06T20:49:24.114" v="6392" actId="20577"/>
        <pc:sldMkLst>
          <pc:docMk/>
          <pc:sldMk cId="3269411591" sldId="331"/>
        </pc:sldMkLst>
        <pc:spChg chg="mod">
          <ac:chgData name="Баукин Максим" userId="7bd719195f823dfe" providerId="LiveId" clId="{8F43253F-2131-49D0-8B22-080EFE94ABDC}" dt="2024-01-06T20:49:24.114" v="6392" actId="20577"/>
          <ac:spMkLst>
            <pc:docMk/>
            <pc:sldMk cId="3269411591" sldId="331"/>
            <ac:spMk id="2" creationId="{ADA20C6D-7724-27AF-25AB-1AA025600827}"/>
          </ac:spMkLst>
        </pc:spChg>
        <pc:spChg chg="mod">
          <ac:chgData name="Баукин Максим" userId="7bd719195f823dfe" providerId="LiveId" clId="{8F43253F-2131-49D0-8B22-080EFE94ABDC}" dt="2024-01-06T14:05:57.423" v="5982" actId="1076"/>
          <ac:spMkLst>
            <pc:docMk/>
            <pc:sldMk cId="3269411591" sldId="331"/>
            <ac:spMk id="3" creationId="{56A6BC96-A03F-C876-DDFF-0509D88031A4}"/>
          </ac:spMkLst>
        </pc:spChg>
      </pc:sldChg>
      <pc:sldChg chg="del">
        <pc:chgData name="Баукин Максим" userId="7bd719195f823dfe" providerId="LiveId" clId="{8F43253F-2131-49D0-8B22-080EFE94ABDC}" dt="2024-01-06T14:05:32.926" v="5974" actId="47"/>
        <pc:sldMkLst>
          <pc:docMk/>
          <pc:sldMk cId="2246432078" sldId="332"/>
        </pc:sldMkLst>
      </pc:sldChg>
      <pc:sldChg chg="del">
        <pc:chgData name="Баукин Максим" userId="7bd719195f823dfe" providerId="LiveId" clId="{8F43253F-2131-49D0-8B22-080EFE94ABDC}" dt="2024-01-06T14:05:36.940" v="5976" actId="47"/>
        <pc:sldMkLst>
          <pc:docMk/>
          <pc:sldMk cId="173008419" sldId="333"/>
        </pc:sldMkLst>
      </pc:sldChg>
      <pc:sldChg chg="del">
        <pc:chgData name="Баукин Максим" userId="7bd719195f823dfe" providerId="LiveId" clId="{8F43253F-2131-49D0-8B22-080EFE94ABDC}" dt="2024-01-06T14:05:33.902" v="5975" actId="47"/>
        <pc:sldMkLst>
          <pc:docMk/>
          <pc:sldMk cId="768913555" sldId="334"/>
        </pc:sldMkLst>
      </pc:sldChg>
      <pc:sldChg chg="addSp modSp mod">
        <pc:chgData name="Баукин Максим" userId="7bd719195f823dfe" providerId="LiveId" clId="{8F43253F-2131-49D0-8B22-080EFE94ABDC}" dt="2024-04-09T11:21:41.986" v="6625" actId="27636"/>
        <pc:sldMkLst>
          <pc:docMk/>
          <pc:sldMk cId="2387234237" sldId="335"/>
        </pc:sldMkLst>
        <pc:spChg chg="mod">
          <ac:chgData name="Баукин Максим" userId="7bd719195f823dfe" providerId="LiveId" clId="{8F43253F-2131-49D0-8B22-080EFE94ABDC}" dt="2024-04-09T11:21:36.374" v="6621" actId="20577"/>
          <ac:spMkLst>
            <pc:docMk/>
            <pc:sldMk cId="2387234237" sldId="335"/>
            <ac:spMk id="4" creationId="{BD03A893-ECFA-DEED-F342-DE63BD722266}"/>
          </ac:spMkLst>
        </pc:spChg>
        <pc:spChg chg="mod">
          <ac:chgData name="Баукин Максим" userId="7bd719195f823dfe" providerId="LiveId" clId="{8F43253F-2131-49D0-8B22-080EFE94ABDC}" dt="2024-04-09T11:21:41.986" v="6625" actId="27636"/>
          <ac:spMkLst>
            <pc:docMk/>
            <pc:sldMk cId="2387234237" sldId="335"/>
            <ac:spMk id="5" creationId="{2BEA39AC-0C16-00A4-A7D1-16251640B1AD}"/>
          </ac:spMkLst>
        </pc:spChg>
        <pc:picChg chg="add mod">
          <ac:chgData name="Баукин Максим" userId="7bd719195f823dfe" providerId="LiveId" clId="{8F43253F-2131-49D0-8B22-080EFE94ABDC}" dt="2024-04-09T11:21:00.684" v="6616"/>
          <ac:picMkLst>
            <pc:docMk/>
            <pc:sldMk cId="2387234237" sldId="335"/>
            <ac:picMk id="2" creationId="{A6508D10-FD36-F2F2-B093-CB62EC0BDBE0}"/>
          </ac:picMkLst>
        </pc:picChg>
      </pc:sldChg>
      <pc:sldChg chg="addSp delSp modSp mod">
        <pc:chgData name="Баукин Максим" userId="7bd719195f823dfe" providerId="LiveId" clId="{8F43253F-2131-49D0-8B22-080EFE94ABDC}" dt="2024-04-09T11:22:06.215" v="6629" actId="27636"/>
        <pc:sldMkLst>
          <pc:docMk/>
          <pc:sldMk cId="1557562398" sldId="336"/>
        </pc:sldMkLst>
        <pc:spChg chg="add del mod">
          <ac:chgData name="Баукин Максим" userId="7bd719195f823dfe" providerId="LiveId" clId="{8F43253F-2131-49D0-8B22-080EFE94ABDC}" dt="2024-01-06T02:10:31.798" v="3998"/>
          <ac:spMkLst>
            <pc:docMk/>
            <pc:sldMk cId="1557562398" sldId="336"/>
            <ac:spMk id="2" creationId="{93B003D3-8703-7BBD-4F14-764E7696C322}"/>
          </ac:spMkLst>
        </pc:spChg>
        <pc:spChg chg="mod">
          <ac:chgData name="Баукин Максим" userId="7bd719195f823dfe" providerId="LiveId" clId="{8F43253F-2131-49D0-8B22-080EFE94ABDC}" dt="2024-04-09T11:22:06.215" v="6629" actId="27636"/>
          <ac:spMkLst>
            <pc:docMk/>
            <pc:sldMk cId="1557562398" sldId="336"/>
            <ac:spMk id="4" creationId="{BD03A893-ECFA-DEED-F342-DE63BD722266}"/>
          </ac:spMkLst>
        </pc:spChg>
        <pc:spChg chg="mod">
          <ac:chgData name="Баукин Максим" userId="7bd719195f823dfe" providerId="LiveId" clId="{8F43253F-2131-49D0-8B22-080EFE94ABDC}" dt="2024-04-09T11:22:01.077" v="6627" actId="20577"/>
          <ac:spMkLst>
            <pc:docMk/>
            <pc:sldMk cId="1557562398" sldId="336"/>
            <ac:spMk id="5" creationId="{2BEA39AC-0C16-00A4-A7D1-16251640B1AD}"/>
          </ac:spMkLst>
        </pc:spChg>
      </pc:sldChg>
      <pc:sldChg chg="addSp delSp modSp mod modClrScheme chgLayout">
        <pc:chgData name="Баукин Максим" userId="7bd719195f823dfe" providerId="LiveId" clId="{8F43253F-2131-49D0-8B22-080EFE94ABDC}" dt="2024-04-09T11:22:20.812" v="6636"/>
        <pc:sldMkLst>
          <pc:docMk/>
          <pc:sldMk cId="1156009249" sldId="337"/>
        </pc:sldMkLst>
        <pc:spChg chg="mod ord">
          <ac:chgData name="Баукин Максим" userId="7bd719195f823dfe" providerId="LiveId" clId="{8F43253F-2131-49D0-8B22-080EFE94ABDC}" dt="2024-04-09T11:22:11.225" v="6630" actId="20577"/>
          <ac:spMkLst>
            <pc:docMk/>
            <pc:sldMk cId="1156009249" sldId="337"/>
            <ac:spMk id="4" creationId="{BD03A893-ECFA-DEED-F342-DE63BD722266}"/>
          </ac:spMkLst>
        </pc:spChg>
        <pc:spChg chg="del mod">
          <ac:chgData name="Баукин Максим" userId="7bd719195f823dfe" providerId="LiveId" clId="{8F43253F-2131-49D0-8B22-080EFE94ABDC}" dt="2024-01-06T01:57:31.377" v="3961" actId="700"/>
          <ac:spMkLst>
            <pc:docMk/>
            <pc:sldMk cId="1156009249" sldId="337"/>
            <ac:spMk id="5" creationId="{2BEA39AC-0C16-00A4-A7D1-16251640B1AD}"/>
          </ac:spMkLst>
        </pc:spChg>
        <pc:spChg chg="add del mod">
          <ac:chgData name="Баукин Максим" userId="7bd719195f823dfe" providerId="LiveId" clId="{8F43253F-2131-49D0-8B22-080EFE94ABDC}" dt="2024-04-09T11:22:20.812" v="6636"/>
          <ac:spMkLst>
            <pc:docMk/>
            <pc:sldMk cId="1156009249" sldId="337"/>
            <ac:spMk id="8" creationId="{CD276E15-8EF1-52FF-A4BC-951F8EF71439}"/>
          </ac:spMkLst>
        </pc:spChg>
        <pc:picChg chg="add del mod">
          <ac:chgData name="Баукин Максим" userId="7bd719195f823dfe" providerId="LiveId" clId="{8F43253F-2131-49D0-8B22-080EFE94ABDC}" dt="2024-01-06T01:57:47.928" v="3967" actId="478"/>
          <ac:picMkLst>
            <pc:docMk/>
            <pc:sldMk cId="1156009249" sldId="337"/>
            <ac:picMk id="3" creationId="{B47D299A-0747-B604-9CF7-DB60FC3CF106}"/>
          </ac:picMkLst>
        </pc:picChg>
        <pc:picChg chg="add del mod">
          <ac:chgData name="Баукин Максим" userId="7bd719195f823dfe" providerId="LiveId" clId="{8F43253F-2131-49D0-8B22-080EFE94ABDC}" dt="2024-04-09T11:22:16.356" v="6632" actId="478"/>
          <ac:picMkLst>
            <pc:docMk/>
            <pc:sldMk cId="1156009249" sldId="337"/>
            <ac:picMk id="7" creationId="{E32F6328-2504-F45A-0877-B4618C59623C}"/>
          </ac:picMkLst>
        </pc:picChg>
      </pc:sldChg>
      <pc:sldChg chg="addSp delSp modSp mod">
        <pc:chgData name="Баукин Максим" userId="7bd719195f823dfe" providerId="LiveId" clId="{8F43253F-2131-49D0-8B22-080EFE94ABDC}" dt="2024-01-06T01:36:11.355" v="3848" actId="1076"/>
        <pc:sldMkLst>
          <pc:docMk/>
          <pc:sldMk cId="3434383299" sldId="338"/>
        </pc:sldMkLst>
        <pc:spChg chg="mod">
          <ac:chgData name="Баукин Максим" userId="7bd719195f823dfe" providerId="LiveId" clId="{8F43253F-2131-49D0-8B22-080EFE94ABDC}" dt="2024-01-06T01:36:11.355" v="3848" actId="1076"/>
          <ac:spMkLst>
            <pc:docMk/>
            <pc:sldMk cId="3434383299" sldId="338"/>
            <ac:spMk id="5" creationId="{2BEA39AC-0C16-00A4-A7D1-16251640B1AD}"/>
          </ac:spMkLst>
        </pc:spChg>
        <pc:spChg chg="add del mod">
          <ac:chgData name="Баукин Максим" userId="7bd719195f823dfe" providerId="LiveId" clId="{8F43253F-2131-49D0-8B22-080EFE94ABDC}" dt="2024-01-06T01:36:08.341" v="3847" actId="478"/>
          <ac:spMkLst>
            <pc:docMk/>
            <pc:sldMk cId="3434383299" sldId="338"/>
            <ac:spMk id="6" creationId="{67CD9DE1-AFE8-0C53-891E-8DF247EA6A93}"/>
          </ac:spMkLst>
        </pc:spChg>
      </pc:sldChg>
      <pc:sldChg chg="modSp add del mod">
        <pc:chgData name="Баукин Максим" userId="7bd719195f823dfe" providerId="LiveId" clId="{8F43253F-2131-49D0-8B22-080EFE94ABDC}" dt="2024-01-06T01:44:04.265" v="3895" actId="114"/>
        <pc:sldMkLst>
          <pc:docMk/>
          <pc:sldMk cId="0" sldId="339"/>
        </pc:sldMkLst>
        <pc:spChg chg="mod">
          <ac:chgData name="Баукин Максим" userId="7bd719195f823dfe" providerId="LiveId" clId="{8F43253F-2131-49D0-8B22-080EFE94ABDC}" dt="2024-01-06T01:42:35.402" v="3875" actId="1076"/>
          <ac:spMkLst>
            <pc:docMk/>
            <pc:sldMk cId="0" sldId="339"/>
            <ac:spMk id="4" creationId="{00000000-0000-0000-0000-000000000000}"/>
          </ac:spMkLst>
        </pc:spChg>
        <pc:spChg chg="mod">
          <ac:chgData name="Баукин Максим" userId="7bd719195f823dfe" providerId="LiveId" clId="{8F43253F-2131-49D0-8B22-080EFE94ABDC}" dt="2024-01-06T01:44:04.265" v="3895" actId="114"/>
          <ac:spMkLst>
            <pc:docMk/>
            <pc:sldMk cId="0" sldId="339"/>
            <ac:spMk id="5" creationId="{00000000-0000-0000-0000-000000000000}"/>
          </ac:spMkLst>
        </pc:spChg>
      </pc:sldChg>
      <pc:sldChg chg="modSp mod">
        <pc:chgData name="Баукин Максим" userId="7bd719195f823dfe" providerId="LiveId" clId="{8F43253F-2131-49D0-8B22-080EFE94ABDC}" dt="2024-01-06T20:39:37.646" v="6369" actId="16959"/>
        <pc:sldMkLst>
          <pc:docMk/>
          <pc:sldMk cId="3953522164" sldId="341"/>
        </pc:sldMkLst>
        <pc:spChg chg="mod">
          <ac:chgData name="Баукин Максим" userId="7bd719195f823dfe" providerId="LiveId" clId="{8F43253F-2131-49D0-8B22-080EFE94ABDC}" dt="2024-01-06T20:39:37.646" v="6369" actId="16959"/>
          <ac:spMkLst>
            <pc:docMk/>
            <pc:sldMk cId="3953522164" sldId="341"/>
            <ac:spMk id="2" creationId="{ADA20C6D-7724-27AF-25AB-1AA025600827}"/>
          </ac:spMkLst>
        </pc:spChg>
        <pc:spChg chg="mod">
          <ac:chgData name="Баукин Максим" userId="7bd719195f823dfe" providerId="LiveId" clId="{8F43253F-2131-49D0-8B22-080EFE94ABDC}" dt="2023-12-26T13:50:48.631" v="24" actId="27636"/>
          <ac:spMkLst>
            <pc:docMk/>
            <pc:sldMk cId="3953522164" sldId="341"/>
            <ac:spMk id="3" creationId="{56A6BC96-A03F-C876-DDFF-0509D88031A4}"/>
          </ac:spMkLst>
        </pc:spChg>
      </pc:sldChg>
      <pc:sldChg chg="addSp delSp modSp mod">
        <pc:chgData name="Баукин Максим" userId="7bd719195f823dfe" providerId="LiveId" clId="{8F43253F-2131-49D0-8B22-080EFE94ABDC}" dt="2023-12-26T20:21:45.580" v="1673" actId="20577"/>
        <pc:sldMkLst>
          <pc:docMk/>
          <pc:sldMk cId="3725759843" sldId="342"/>
        </pc:sldMkLst>
        <pc:spChg chg="mod">
          <ac:chgData name="Баукин Максим" userId="7bd719195f823dfe" providerId="LiveId" clId="{8F43253F-2131-49D0-8B22-080EFE94ABDC}" dt="2023-12-26T20:14:25.417" v="1611" actId="20577"/>
          <ac:spMkLst>
            <pc:docMk/>
            <pc:sldMk cId="3725759843" sldId="342"/>
            <ac:spMk id="2" creationId="{ADA20C6D-7724-27AF-25AB-1AA025600827}"/>
          </ac:spMkLst>
        </pc:spChg>
        <pc:spChg chg="mod">
          <ac:chgData name="Баукин Максим" userId="7bd719195f823dfe" providerId="LiveId" clId="{8F43253F-2131-49D0-8B22-080EFE94ABDC}" dt="2023-12-26T13:50:55.530" v="26" actId="27636"/>
          <ac:spMkLst>
            <pc:docMk/>
            <pc:sldMk cId="3725759843" sldId="342"/>
            <ac:spMk id="3" creationId="{56A6BC96-A03F-C876-DDFF-0509D88031A4}"/>
          </ac:spMkLst>
        </pc:spChg>
        <pc:spChg chg="add mod">
          <ac:chgData name="Баукин Максим" userId="7bd719195f823dfe" providerId="LiveId" clId="{8F43253F-2131-49D0-8B22-080EFE94ABDC}" dt="2023-12-26T20:17:14.530" v="1627" actId="1076"/>
          <ac:spMkLst>
            <pc:docMk/>
            <pc:sldMk cId="3725759843" sldId="342"/>
            <ac:spMk id="14" creationId="{3A5C24FA-8F77-9DFE-5098-AB494990894F}"/>
          </ac:spMkLst>
        </pc:spChg>
        <pc:spChg chg="add mod">
          <ac:chgData name="Баукин Максим" userId="7bd719195f823dfe" providerId="LiveId" clId="{8F43253F-2131-49D0-8B22-080EFE94ABDC}" dt="2023-12-26T20:17:37.510" v="1632" actId="1076"/>
          <ac:spMkLst>
            <pc:docMk/>
            <pc:sldMk cId="3725759843" sldId="342"/>
            <ac:spMk id="15" creationId="{64DE47D2-3599-0996-B027-25F6B6EC44BD}"/>
          </ac:spMkLst>
        </pc:spChg>
        <pc:spChg chg="add del mod">
          <ac:chgData name="Баукин Максим" userId="7bd719195f823dfe" providerId="LiveId" clId="{8F43253F-2131-49D0-8B22-080EFE94ABDC}" dt="2023-12-26T20:17:52.860" v="1635"/>
          <ac:spMkLst>
            <pc:docMk/>
            <pc:sldMk cId="3725759843" sldId="342"/>
            <ac:spMk id="16" creationId="{94796035-F178-A050-67C9-0517803D1485}"/>
          </ac:spMkLst>
        </pc:spChg>
        <pc:spChg chg="add mod">
          <ac:chgData name="Баукин Максим" userId="7bd719195f823dfe" providerId="LiveId" clId="{8F43253F-2131-49D0-8B22-080EFE94ABDC}" dt="2023-12-26T20:18:13.422" v="1638" actId="1076"/>
          <ac:spMkLst>
            <pc:docMk/>
            <pc:sldMk cId="3725759843" sldId="342"/>
            <ac:spMk id="17" creationId="{9532FC92-D577-9638-43FD-2A0F6F424BDD}"/>
          </ac:spMkLst>
        </pc:spChg>
        <pc:spChg chg="add mod">
          <ac:chgData name="Баукин Максим" userId="7bd719195f823dfe" providerId="LiveId" clId="{8F43253F-2131-49D0-8B22-080EFE94ABDC}" dt="2023-12-26T20:21:45.580" v="1673" actId="20577"/>
          <ac:spMkLst>
            <pc:docMk/>
            <pc:sldMk cId="3725759843" sldId="342"/>
            <ac:spMk id="18" creationId="{276C2E46-7EC9-2DDA-007C-5762378CD0C7}"/>
          </ac:spMkLst>
        </pc:spChg>
        <pc:cxnChg chg="add mod">
          <ac:chgData name="Баукин Максим" userId="7bd719195f823dfe" providerId="LiveId" clId="{8F43253F-2131-49D0-8B22-080EFE94ABDC}" dt="2023-12-26T20:15:04.061" v="1614" actId="1076"/>
          <ac:cxnSpMkLst>
            <pc:docMk/>
            <pc:sldMk cId="3725759843" sldId="342"/>
            <ac:cxnSpMk id="6" creationId="{D553F3DC-1384-CC72-22D7-67924F7C4FAD}"/>
          </ac:cxnSpMkLst>
        </pc:cxnChg>
        <pc:cxnChg chg="add mod">
          <ac:chgData name="Баукин Максим" userId="7bd719195f823dfe" providerId="LiveId" clId="{8F43253F-2131-49D0-8B22-080EFE94ABDC}" dt="2023-12-26T20:15:46.500" v="1617" actId="13822"/>
          <ac:cxnSpMkLst>
            <pc:docMk/>
            <pc:sldMk cId="3725759843" sldId="342"/>
            <ac:cxnSpMk id="8" creationId="{55C457C8-54CB-CC28-DE01-A1168A96F844}"/>
          </ac:cxnSpMkLst>
        </pc:cxnChg>
        <pc:cxnChg chg="add mod">
          <ac:chgData name="Баукин Максим" userId="7bd719195f823dfe" providerId="LiveId" clId="{8F43253F-2131-49D0-8B22-080EFE94ABDC}" dt="2023-12-26T20:21:13.260" v="1668" actId="1076"/>
          <ac:cxnSpMkLst>
            <pc:docMk/>
            <pc:sldMk cId="3725759843" sldId="342"/>
            <ac:cxnSpMk id="11" creationId="{6781A6E5-3683-169F-E841-F37C8A703957}"/>
          </ac:cxnSpMkLst>
        </pc:cxnChg>
        <pc:cxnChg chg="add mod">
          <ac:chgData name="Баукин Максим" userId="7bd719195f823dfe" providerId="LiveId" clId="{8F43253F-2131-49D0-8B22-080EFE94ABDC}" dt="2023-12-26T20:19:55.810" v="1655" actId="1076"/>
          <ac:cxnSpMkLst>
            <pc:docMk/>
            <pc:sldMk cId="3725759843" sldId="342"/>
            <ac:cxnSpMk id="13" creationId="{FC618707-8A01-54FA-33D3-468B707DC80A}"/>
          </ac:cxnSpMkLst>
        </pc:cxnChg>
      </pc:sldChg>
      <pc:sldChg chg="addSp delSp modSp mod">
        <pc:chgData name="Баукин Максим" userId="7bd719195f823dfe" providerId="LiveId" clId="{8F43253F-2131-49D0-8B22-080EFE94ABDC}" dt="2024-01-06T20:38:51.005" v="6363" actId="16959"/>
        <pc:sldMkLst>
          <pc:docMk/>
          <pc:sldMk cId="337563799" sldId="343"/>
        </pc:sldMkLst>
        <pc:spChg chg="mod">
          <ac:chgData name="Баукин Максим" userId="7bd719195f823dfe" providerId="LiveId" clId="{8F43253F-2131-49D0-8B22-080EFE94ABDC}" dt="2024-01-06T20:38:51.005" v="6363" actId="16959"/>
          <ac:spMkLst>
            <pc:docMk/>
            <pc:sldMk cId="337563799" sldId="343"/>
            <ac:spMk id="2" creationId="{ADA20C6D-7724-27AF-25AB-1AA025600827}"/>
          </ac:spMkLst>
        </pc:spChg>
        <pc:spChg chg="mod">
          <ac:chgData name="Баукин Максим" userId="7bd719195f823dfe" providerId="LiveId" clId="{8F43253F-2131-49D0-8B22-080EFE94ABDC}" dt="2023-12-26T13:49:15.742" v="22" actId="27636"/>
          <ac:spMkLst>
            <pc:docMk/>
            <pc:sldMk cId="337563799" sldId="343"/>
            <ac:spMk id="3" creationId="{56A6BC96-A03F-C876-DDFF-0509D88031A4}"/>
          </ac:spMkLst>
        </pc:spChg>
        <pc:spChg chg="add mod">
          <ac:chgData name="Баукин Максим" userId="7bd719195f823dfe" providerId="LiveId" clId="{8F43253F-2131-49D0-8B22-080EFE94ABDC}" dt="2023-12-28T19:27:04.308" v="1808" actId="1076"/>
          <ac:spMkLst>
            <pc:docMk/>
            <pc:sldMk cId="337563799" sldId="343"/>
            <ac:spMk id="8" creationId="{7F892ED1-337B-2B36-B549-AAA47DD88024}"/>
          </ac:spMkLst>
        </pc:spChg>
        <pc:spChg chg="add mod">
          <ac:chgData name="Баукин Максим" userId="7bd719195f823dfe" providerId="LiveId" clId="{8F43253F-2131-49D0-8B22-080EFE94ABDC}" dt="2023-12-28T19:26:28.693" v="1796" actId="20577"/>
          <ac:spMkLst>
            <pc:docMk/>
            <pc:sldMk cId="337563799" sldId="343"/>
            <ac:spMk id="9" creationId="{C42830B0-EABA-7AAF-137D-4776565AE82E}"/>
          </ac:spMkLst>
        </pc:spChg>
        <pc:spChg chg="add mod">
          <ac:chgData name="Баукин Максим" userId="7bd719195f823dfe" providerId="LiveId" clId="{8F43253F-2131-49D0-8B22-080EFE94ABDC}" dt="2023-12-28T19:26:38.676" v="1800" actId="20577"/>
          <ac:spMkLst>
            <pc:docMk/>
            <pc:sldMk cId="337563799" sldId="343"/>
            <ac:spMk id="10" creationId="{CDAAFF36-7731-B7ED-B882-8FDC44FDAD57}"/>
          </ac:spMkLst>
        </pc:spChg>
        <pc:spChg chg="add mod">
          <ac:chgData name="Баукин Максим" userId="7bd719195f823dfe" providerId="LiveId" clId="{8F43253F-2131-49D0-8B22-080EFE94ABDC}" dt="2023-12-28T19:26:47.257" v="1802" actId="20577"/>
          <ac:spMkLst>
            <pc:docMk/>
            <pc:sldMk cId="337563799" sldId="343"/>
            <ac:spMk id="11" creationId="{158D8A27-5F81-FB8A-AAC7-A4C2EFDCACEC}"/>
          </ac:spMkLst>
        </pc:spChg>
        <pc:picChg chg="del">
          <ac:chgData name="Баукин Максим" userId="7bd719195f823dfe" providerId="LiveId" clId="{8F43253F-2131-49D0-8B22-080EFE94ABDC}" dt="2023-12-26T13:52:14.571" v="69" actId="478"/>
          <ac:picMkLst>
            <pc:docMk/>
            <pc:sldMk cId="337563799" sldId="343"/>
            <ac:picMk id="4" creationId="{04EF9DB8-C47A-F14E-8085-D417AE17E5C7}"/>
          </ac:picMkLst>
        </pc:picChg>
        <pc:picChg chg="del">
          <ac:chgData name="Баукин Максим" userId="7bd719195f823dfe" providerId="LiveId" clId="{8F43253F-2131-49D0-8B22-080EFE94ABDC}" dt="2023-12-26T13:52:14.002" v="68" actId="478"/>
          <ac:picMkLst>
            <pc:docMk/>
            <pc:sldMk cId="337563799" sldId="343"/>
            <ac:picMk id="7" creationId="{0ACAAFD2-CD1C-F146-AE7E-0ED28D073BDF}"/>
          </ac:picMkLst>
        </pc:picChg>
        <pc:cxnChg chg="add mod">
          <ac:chgData name="Баукин Максим" userId="7bd719195f823dfe" providerId="LiveId" clId="{8F43253F-2131-49D0-8B22-080EFE94ABDC}" dt="2023-12-28T19:26:17.452" v="1792"/>
          <ac:cxnSpMkLst>
            <pc:docMk/>
            <pc:sldMk cId="337563799" sldId="343"/>
            <ac:cxnSpMk id="4" creationId="{9B8DCEEF-5621-9481-8509-5A89CC77F2B3}"/>
          </ac:cxnSpMkLst>
        </pc:cxnChg>
        <pc:cxnChg chg="add mod">
          <ac:chgData name="Баукин Максим" userId="7bd719195f823dfe" providerId="LiveId" clId="{8F43253F-2131-49D0-8B22-080EFE94ABDC}" dt="2023-12-28T19:26:17.452" v="1792"/>
          <ac:cxnSpMkLst>
            <pc:docMk/>
            <pc:sldMk cId="337563799" sldId="343"/>
            <ac:cxnSpMk id="5" creationId="{B40CC55A-C03E-E4EE-68F9-0D5A0DB68E00}"/>
          </ac:cxnSpMkLst>
        </pc:cxnChg>
        <pc:cxnChg chg="add mod">
          <ac:chgData name="Баукин Максим" userId="7bd719195f823dfe" providerId="LiveId" clId="{8F43253F-2131-49D0-8B22-080EFE94ABDC}" dt="2023-12-28T19:26:17.452" v="1792"/>
          <ac:cxnSpMkLst>
            <pc:docMk/>
            <pc:sldMk cId="337563799" sldId="343"/>
            <ac:cxnSpMk id="6" creationId="{10356DD7-A8E0-AC15-770D-ED6AF8111A5B}"/>
          </ac:cxnSpMkLst>
        </pc:cxnChg>
        <pc:cxnChg chg="add mod">
          <ac:chgData name="Баукин Максим" userId="7bd719195f823dfe" providerId="LiveId" clId="{8F43253F-2131-49D0-8B22-080EFE94ABDC}" dt="2023-12-28T19:26:17.452" v="1792"/>
          <ac:cxnSpMkLst>
            <pc:docMk/>
            <pc:sldMk cId="337563799" sldId="343"/>
            <ac:cxnSpMk id="7" creationId="{92E0F3FC-ED7E-7186-983D-CCD04A9475C5}"/>
          </ac:cxnSpMkLst>
        </pc:cxnChg>
      </pc:sldChg>
      <pc:sldChg chg="modSp mod">
        <pc:chgData name="Баукин Максим" userId="7bd719195f823dfe" providerId="LiveId" clId="{8F43253F-2131-49D0-8B22-080EFE94ABDC}" dt="2024-01-06T20:38:20.567" v="6361" actId="16959"/>
        <pc:sldMkLst>
          <pc:docMk/>
          <pc:sldMk cId="397717559" sldId="344"/>
        </pc:sldMkLst>
        <pc:spChg chg="mod">
          <ac:chgData name="Баукин Максим" userId="7bd719195f823dfe" providerId="LiveId" clId="{8F43253F-2131-49D0-8B22-080EFE94ABDC}" dt="2024-01-06T20:38:20.567" v="6361" actId="16959"/>
          <ac:spMkLst>
            <pc:docMk/>
            <pc:sldMk cId="397717559" sldId="344"/>
            <ac:spMk id="2" creationId="{ADA20C6D-7724-27AF-25AB-1AA025600827}"/>
          </ac:spMkLst>
        </pc:spChg>
        <pc:spChg chg="mod">
          <ac:chgData name="Баукин Максим" userId="7bd719195f823dfe" providerId="LiveId" clId="{8F43253F-2131-49D0-8B22-080EFE94ABDC}" dt="2023-12-26T13:49:09.399" v="20" actId="27636"/>
          <ac:spMkLst>
            <pc:docMk/>
            <pc:sldMk cId="397717559" sldId="344"/>
            <ac:spMk id="3" creationId="{56A6BC96-A03F-C876-DDFF-0509D88031A4}"/>
          </ac:spMkLst>
        </pc:spChg>
      </pc:sldChg>
      <pc:sldChg chg="del">
        <pc:chgData name="Баукин Максим" userId="7bd719195f823dfe" providerId="LiveId" clId="{8F43253F-2131-49D0-8B22-080EFE94ABDC}" dt="2024-01-06T01:30:24.961" v="3783" actId="47"/>
        <pc:sldMkLst>
          <pc:docMk/>
          <pc:sldMk cId="0" sldId="345"/>
        </pc:sldMkLst>
      </pc:sldChg>
      <pc:sldChg chg="del">
        <pc:chgData name="Баукин Максим" userId="7bd719195f823dfe" providerId="LiveId" clId="{8F43253F-2131-49D0-8B22-080EFE94ABDC}" dt="2024-01-06T01:30:23.768" v="3782" actId="47"/>
        <pc:sldMkLst>
          <pc:docMk/>
          <pc:sldMk cId="0" sldId="349"/>
        </pc:sldMkLst>
      </pc:sldChg>
      <pc:sldChg chg="del">
        <pc:chgData name="Баукин Максим" userId="7bd719195f823dfe" providerId="LiveId" clId="{8F43253F-2131-49D0-8B22-080EFE94ABDC}" dt="2024-01-06T01:30:22.895" v="3781" actId="47"/>
        <pc:sldMkLst>
          <pc:docMk/>
          <pc:sldMk cId="0" sldId="351"/>
        </pc:sldMkLst>
      </pc:sldChg>
      <pc:sldChg chg="addSp delSp modSp mod ord">
        <pc:chgData name="Баукин Максим" userId="7bd719195f823dfe" providerId="LiveId" clId="{8F43253F-2131-49D0-8B22-080EFE94ABDC}" dt="2024-01-05T14:28:59.950" v="1838"/>
        <pc:sldMkLst>
          <pc:docMk/>
          <pc:sldMk cId="4251540947" sldId="352"/>
        </pc:sldMkLst>
        <pc:spChg chg="mod">
          <ac:chgData name="Баукин Максим" userId="7bd719195f823dfe" providerId="LiveId" clId="{8F43253F-2131-49D0-8B22-080EFE94ABDC}" dt="2023-12-26T16:26:18.090" v="202" actId="1036"/>
          <ac:spMkLst>
            <pc:docMk/>
            <pc:sldMk cId="4251540947" sldId="352"/>
            <ac:spMk id="2" creationId="{44830995-B9D4-4B5B-990E-E2105FE755D9}"/>
          </ac:spMkLst>
        </pc:spChg>
        <pc:spChg chg="mod">
          <ac:chgData name="Баукин Максим" userId="7bd719195f823dfe" providerId="LiveId" clId="{8F43253F-2131-49D0-8B22-080EFE94ABDC}" dt="2023-12-26T13:51:21.825" v="32" actId="27636"/>
          <ac:spMkLst>
            <pc:docMk/>
            <pc:sldMk cId="4251540947" sldId="352"/>
            <ac:spMk id="3" creationId="{E6D47BE8-AB5A-FDA6-F88A-E48B773E2C98}"/>
          </ac:spMkLst>
        </pc:spChg>
        <pc:spChg chg="add del mod">
          <ac:chgData name="Баукин Максим" userId="7bd719195f823dfe" providerId="LiveId" clId="{8F43253F-2131-49D0-8B22-080EFE94ABDC}" dt="2023-12-26T16:26:33.869" v="205"/>
          <ac:spMkLst>
            <pc:docMk/>
            <pc:sldMk cId="4251540947" sldId="352"/>
            <ac:spMk id="4" creationId="{E29482FD-6CDA-8549-C893-72CB26A573A9}"/>
          </ac:spMkLst>
        </pc:spChg>
        <pc:spChg chg="add mod">
          <ac:chgData name="Баукин Максим" userId="7bd719195f823dfe" providerId="LiveId" clId="{8F43253F-2131-49D0-8B22-080EFE94ABDC}" dt="2023-12-26T16:26:51.431" v="207" actId="1076"/>
          <ac:spMkLst>
            <pc:docMk/>
            <pc:sldMk cId="4251540947" sldId="352"/>
            <ac:spMk id="6" creationId="{2D11C44F-24AF-BA42-C3B7-72865E6A9E62}"/>
          </ac:spMkLst>
        </pc:spChg>
      </pc:sldChg>
      <pc:sldChg chg="delSp modSp mod">
        <pc:chgData name="Баукин Максим" userId="7bd719195f823dfe" providerId="LiveId" clId="{8F43253F-2131-49D0-8B22-080EFE94ABDC}" dt="2023-12-26T18:33:42.963" v="1271" actId="255"/>
        <pc:sldMkLst>
          <pc:docMk/>
          <pc:sldMk cId="112912871" sldId="353"/>
        </pc:sldMkLst>
        <pc:spChg chg="mod">
          <ac:chgData name="Баукин Максим" userId="7bd719195f823dfe" providerId="LiveId" clId="{8F43253F-2131-49D0-8B22-080EFE94ABDC}" dt="2023-12-26T18:33:42.963" v="1271" actId="255"/>
          <ac:spMkLst>
            <pc:docMk/>
            <pc:sldMk cId="112912871" sldId="353"/>
            <ac:spMk id="2" creationId="{ADA20C6D-7724-27AF-25AB-1AA025600827}"/>
          </ac:spMkLst>
        </pc:spChg>
        <pc:spChg chg="mod">
          <ac:chgData name="Баукин Максим" userId="7bd719195f823dfe" providerId="LiveId" clId="{8F43253F-2131-49D0-8B22-080EFE94ABDC}" dt="2023-12-26T13:51:14.020" v="30" actId="27636"/>
          <ac:spMkLst>
            <pc:docMk/>
            <pc:sldMk cId="112912871" sldId="353"/>
            <ac:spMk id="3" creationId="{56A6BC96-A03F-C876-DDFF-0509D88031A4}"/>
          </ac:spMkLst>
        </pc:spChg>
        <pc:picChg chg="del">
          <ac:chgData name="Баукин Максим" userId="7bd719195f823dfe" providerId="LiveId" clId="{8F43253F-2131-49D0-8B22-080EFE94ABDC}" dt="2023-12-26T13:51:36.912" v="36" actId="478"/>
          <ac:picMkLst>
            <pc:docMk/>
            <pc:sldMk cId="112912871" sldId="353"/>
            <ac:picMk id="4" creationId="{FC3F97C1-24EB-274C-9BB8-C8567B4221F2}"/>
          </ac:picMkLst>
        </pc:picChg>
      </pc:sldChg>
      <pc:sldChg chg="delSp modSp mod">
        <pc:chgData name="Баукин Максим" userId="7bd719195f823dfe" providerId="LiveId" clId="{8F43253F-2131-49D0-8B22-080EFE94ABDC}" dt="2024-01-05T23:39:52.538" v="2331" actId="20577"/>
        <pc:sldMkLst>
          <pc:docMk/>
          <pc:sldMk cId="2819117019" sldId="354"/>
        </pc:sldMkLst>
        <pc:spChg chg="mod">
          <ac:chgData name="Баукин Максим" userId="7bd719195f823dfe" providerId="LiveId" clId="{8F43253F-2131-49D0-8B22-080EFE94ABDC}" dt="2024-01-05T23:39:52.538" v="2331" actId="20577"/>
          <ac:spMkLst>
            <pc:docMk/>
            <pc:sldMk cId="2819117019" sldId="354"/>
            <ac:spMk id="2" creationId="{04FE0BB4-5E10-475F-1203-224BE4A2BA63}"/>
          </ac:spMkLst>
        </pc:spChg>
        <pc:spChg chg="mod">
          <ac:chgData name="Баукин Максим" userId="7bd719195f823dfe" providerId="LiveId" clId="{8F43253F-2131-49D0-8B22-080EFE94ABDC}" dt="2023-12-26T13:51:09.165" v="28" actId="27636"/>
          <ac:spMkLst>
            <pc:docMk/>
            <pc:sldMk cId="2819117019" sldId="354"/>
            <ac:spMk id="3" creationId="{DF988D1F-0E2F-D1F2-0069-98246A911E7C}"/>
          </ac:spMkLst>
        </pc:spChg>
        <pc:picChg chg="del">
          <ac:chgData name="Баукин Максим" userId="7bd719195f823dfe" providerId="LiveId" clId="{8F43253F-2131-49D0-8B22-080EFE94ABDC}" dt="2023-12-26T13:51:41.676" v="38" actId="478"/>
          <ac:picMkLst>
            <pc:docMk/>
            <pc:sldMk cId="2819117019" sldId="354"/>
            <ac:picMk id="4" creationId="{892BAA05-342E-644A-93DC-3AADF4BF3E47}"/>
          </ac:picMkLst>
        </pc:picChg>
        <pc:picChg chg="del">
          <ac:chgData name="Баукин Максим" userId="7bd719195f823dfe" providerId="LiveId" clId="{8F43253F-2131-49D0-8B22-080EFE94ABDC}" dt="2023-12-26T13:51:42.229" v="39" actId="478"/>
          <ac:picMkLst>
            <pc:docMk/>
            <pc:sldMk cId="2819117019" sldId="354"/>
            <ac:picMk id="7" creationId="{D2E367AF-F90A-B241-9D0D-17FAB3FED370}"/>
          </ac:picMkLst>
        </pc:picChg>
      </pc:sldChg>
      <pc:sldChg chg="addSp delSp modSp mod">
        <pc:chgData name="Баукин Максим" userId="7bd719195f823dfe" providerId="LiveId" clId="{8F43253F-2131-49D0-8B22-080EFE94ABDC}" dt="2024-01-06T20:37:04.195" v="6356" actId="20577"/>
        <pc:sldMkLst>
          <pc:docMk/>
          <pc:sldMk cId="594126498" sldId="355"/>
        </pc:sldMkLst>
        <pc:spChg chg="mod">
          <ac:chgData name="Баукин Максим" userId="7bd719195f823dfe" providerId="LiveId" clId="{8F43253F-2131-49D0-8B22-080EFE94ABDC}" dt="2024-01-05T23:22:35.400" v="2232" actId="6549"/>
          <ac:spMkLst>
            <pc:docMk/>
            <pc:sldMk cId="594126498" sldId="355"/>
            <ac:spMk id="2" creationId="{ADA20C6D-7724-27AF-25AB-1AA025600827}"/>
          </ac:spMkLst>
        </pc:spChg>
        <pc:spChg chg="mod">
          <ac:chgData name="Баукин Максим" userId="7bd719195f823dfe" providerId="LiveId" clId="{8F43253F-2131-49D0-8B22-080EFE94ABDC}" dt="2023-12-26T13:49:01.455" v="18" actId="27636"/>
          <ac:spMkLst>
            <pc:docMk/>
            <pc:sldMk cId="594126498" sldId="355"/>
            <ac:spMk id="3" creationId="{56A6BC96-A03F-C876-DDFF-0509D88031A4}"/>
          </ac:spMkLst>
        </pc:spChg>
        <pc:spChg chg="add del mod">
          <ac:chgData name="Баукин Максим" userId="7bd719195f823dfe" providerId="LiveId" clId="{8F43253F-2131-49D0-8B22-080EFE94ABDC}" dt="2024-01-05T23:20:46.549" v="2227" actId="478"/>
          <ac:spMkLst>
            <pc:docMk/>
            <pc:sldMk cId="594126498" sldId="355"/>
            <ac:spMk id="8" creationId="{806F041B-84DE-B2AB-0D6F-3654119E73F8}"/>
          </ac:spMkLst>
        </pc:spChg>
        <pc:spChg chg="add mod">
          <ac:chgData name="Баукин Максим" userId="7bd719195f823dfe" providerId="LiveId" clId="{8F43253F-2131-49D0-8B22-080EFE94ABDC}" dt="2024-01-06T20:37:04.195" v="6356" actId="20577"/>
          <ac:spMkLst>
            <pc:docMk/>
            <pc:sldMk cId="594126498" sldId="355"/>
            <ac:spMk id="10" creationId="{F0E337F8-69CD-8971-CA64-62D8F220CCC2}"/>
          </ac:spMkLst>
        </pc:spChg>
        <pc:graphicFrameChg chg="add del mod">
          <ac:chgData name="Баукин Максим" userId="7bd719195f823dfe" providerId="LiveId" clId="{8F43253F-2131-49D0-8B22-080EFE94ABDC}" dt="2024-01-05T23:13:30.228" v="2089" actId="478"/>
          <ac:graphicFrameMkLst>
            <pc:docMk/>
            <pc:sldMk cId="594126498" sldId="355"/>
            <ac:graphicFrameMk id="4" creationId="{106F6F40-3807-5B94-A842-8EBBCD383439}"/>
          </ac:graphicFrameMkLst>
        </pc:graphicFrameChg>
        <pc:graphicFrameChg chg="add del">
          <ac:chgData name="Баукин Максим" userId="7bd719195f823dfe" providerId="LiveId" clId="{8F43253F-2131-49D0-8B22-080EFE94ABDC}" dt="2024-01-05T23:13:53.827" v="2091" actId="3680"/>
          <ac:graphicFrameMkLst>
            <pc:docMk/>
            <pc:sldMk cId="594126498" sldId="355"/>
            <ac:graphicFrameMk id="5" creationId="{B7EC665E-4587-B5BD-1708-EC7F4F1F02D8}"/>
          </ac:graphicFrameMkLst>
        </pc:graphicFrameChg>
        <pc:graphicFrameChg chg="add del">
          <ac:chgData name="Баукин Максим" userId="7bd719195f823dfe" providerId="LiveId" clId="{8F43253F-2131-49D0-8B22-080EFE94ABDC}" dt="2024-01-05T23:14:07.655" v="2093" actId="3680"/>
          <ac:graphicFrameMkLst>
            <pc:docMk/>
            <pc:sldMk cId="594126498" sldId="355"/>
            <ac:graphicFrameMk id="6" creationId="{CA0B3CA5-582D-BD42-0F4F-B3E836B1ADC8}"/>
          </ac:graphicFrameMkLst>
        </pc:graphicFrameChg>
        <pc:graphicFrameChg chg="add del mod modGraphic">
          <ac:chgData name="Баукин Максим" userId="7bd719195f823dfe" providerId="LiveId" clId="{8F43253F-2131-49D0-8B22-080EFE94ABDC}" dt="2024-01-05T23:22:31.891" v="2231" actId="478"/>
          <ac:graphicFrameMkLst>
            <pc:docMk/>
            <pc:sldMk cId="594126498" sldId="355"/>
            <ac:graphicFrameMk id="7" creationId="{AF2348F6-CB67-3D9A-CCFB-2D0DDB51FAB2}"/>
          </ac:graphicFrameMkLst>
        </pc:graphicFrameChg>
      </pc:sldChg>
      <pc:sldChg chg="del">
        <pc:chgData name="Баукин Максим" userId="7bd719195f823dfe" providerId="LiveId" clId="{8F43253F-2131-49D0-8B22-080EFE94ABDC}" dt="2023-12-26T13:46:31.543" v="15" actId="47"/>
        <pc:sldMkLst>
          <pc:docMk/>
          <pc:sldMk cId="2268496389" sldId="356"/>
        </pc:sldMkLst>
      </pc:sldChg>
      <pc:sldChg chg="modSp add mod ord">
        <pc:chgData name="Баукин Максим" userId="7bd719195f823dfe" providerId="LiveId" clId="{8F43253F-2131-49D0-8B22-080EFE94ABDC}" dt="2024-01-06T00:10:28.176" v="2804" actId="14734"/>
        <pc:sldMkLst>
          <pc:docMk/>
          <pc:sldMk cId="3299064339" sldId="356"/>
        </pc:sldMkLst>
        <pc:graphicFrameChg chg="mod modGraphic">
          <ac:chgData name="Баукин Максим" userId="7bd719195f823dfe" providerId="LiveId" clId="{8F43253F-2131-49D0-8B22-080EFE94ABDC}" dt="2024-01-06T00:10:28.176" v="2804" actId="14734"/>
          <ac:graphicFrameMkLst>
            <pc:docMk/>
            <pc:sldMk cId="3299064339" sldId="356"/>
            <ac:graphicFrameMk id="7" creationId="{AF2348F6-CB67-3D9A-CCFB-2D0DDB51FAB2}"/>
          </ac:graphicFrameMkLst>
        </pc:graphicFrameChg>
      </pc:sldChg>
      <pc:sldChg chg="add del">
        <pc:chgData name="Баукин Максим" userId="7bd719195f823dfe" providerId="LiveId" clId="{8F43253F-2131-49D0-8B22-080EFE94ABDC}" dt="2024-01-05T23:22:42.781" v="2236"/>
        <pc:sldMkLst>
          <pc:docMk/>
          <pc:sldMk cId="619458557" sldId="357"/>
        </pc:sldMkLst>
      </pc:sldChg>
      <pc:sldChg chg="addSp modSp add mod">
        <pc:chgData name="Баукин Максим" userId="7bd719195f823dfe" providerId="LiveId" clId="{8F43253F-2131-49D0-8B22-080EFE94ABDC}" dt="2024-01-06T00:11:29.698" v="2817" actId="1076"/>
        <pc:sldMkLst>
          <pc:docMk/>
          <pc:sldMk cId="703587503" sldId="357"/>
        </pc:sldMkLst>
        <pc:spChg chg="add mod">
          <ac:chgData name="Баукин Максим" userId="7bd719195f823dfe" providerId="LiveId" clId="{8F43253F-2131-49D0-8B22-080EFE94ABDC}" dt="2024-01-05T23:53:50.850" v="2689" actId="14100"/>
          <ac:spMkLst>
            <pc:docMk/>
            <pc:sldMk cId="703587503" sldId="357"/>
            <ac:spMk id="5" creationId="{7F401935-192A-43AE-3451-DE557C93621C}"/>
          </ac:spMkLst>
        </pc:spChg>
        <pc:graphicFrameChg chg="add mod modGraphic">
          <ac:chgData name="Баукин Максим" userId="7bd719195f823dfe" providerId="LiveId" clId="{8F43253F-2131-49D0-8B22-080EFE94ABDC}" dt="2024-01-06T00:11:29.698" v="2817" actId="1076"/>
          <ac:graphicFrameMkLst>
            <pc:docMk/>
            <pc:sldMk cId="703587503" sldId="357"/>
            <ac:graphicFrameMk id="6" creationId="{5E9E7347-C6C3-5C7A-7A69-BDEF3D6D505B}"/>
          </ac:graphicFrameMkLst>
        </pc:graphicFrameChg>
      </pc:sldChg>
      <pc:sldChg chg="del">
        <pc:chgData name="Баукин Максим" userId="7bd719195f823dfe" providerId="LiveId" clId="{8F43253F-2131-49D0-8B22-080EFE94ABDC}" dt="2023-12-26T13:46:32.910" v="16" actId="47"/>
        <pc:sldMkLst>
          <pc:docMk/>
          <pc:sldMk cId="836674001" sldId="357"/>
        </pc:sldMkLst>
      </pc:sldChg>
      <pc:sldChg chg="modSp add mod">
        <pc:chgData name="Баукин Максим" userId="7bd719195f823dfe" providerId="LiveId" clId="{8F43253F-2131-49D0-8B22-080EFE94ABDC}" dt="2024-01-06T00:44:06.366" v="3404" actId="20577"/>
        <pc:sldMkLst>
          <pc:docMk/>
          <pc:sldMk cId="502843795" sldId="358"/>
        </pc:sldMkLst>
        <pc:spChg chg="mod">
          <ac:chgData name="Баукин Максим" userId="7bd719195f823dfe" providerId="LiveId" clId="{8F43253F-2131-49D0-8B22-080EFE94ABDC}" dt="2024-01-06T00:44:06.366" v="3404" actId="20577"/>
          <ac:spMkLst>
            <pc:docMk/>
            <pc:sldMk cId="502843795" sldId="358"/>
            <ac:spMk id="2" creationId="{ADA20C6D-7724-27AF-25AB-1AA025600827}"/>
          </ac:spMkLst>
        </pc:spChg>
      </pc:sldChg>
      <pc:sldChg chg="add del">
        <pc:chgData name="Баукин Максим" userId="7bd719195f823dfe" providerId="LiveId" clId="{8F43253F-2131-49D0-8B22-080EFE94ABDC}" dt="2024-01-05T23:22:42.290" v="2235"/>
        <pc:sldMkLst>
          <pc:docMk/>
          <pc:sldMk cId="2932963989" sldId="358"/>
        </pc:sldMkLst>
      </pc:sldChg>
      <pc:sldChg chg="del">
        <pc:chgData name="Баукин Максим" userId="7bd719195f823dfe" providerId="LiveId" clId="{8F43253F-2131-49D0-8B22-080EFE94ABDC}" dt="2023-12-26T13:46:29.405" v="14" actId="47"/>
        <pc:sldMkLst>
          <pc:docMk/>
          <pc:sldMk cId="4081407164" sldId="358"/>
        </pc:sldMkLst>
      </pc:sldChg>
      <pc:sldChg chg="delSp modSp add mod">
        <pc:chgData name="Баукин Максим" userId="7bd719195f823dfe" providerId="LiveId" clId="{8F43253F-2131-49D0-8B22-080EFE94ABDC}" dt="2024-01-06T00:58:16.745" v="3668" actId="113"/>
        <pc:sldMkLst>
          <pc:docMk/>
          <pc:sldMk cId="4004192256" sldId="359"/>
        </pc:sldMkLst>
        <pc:spChg chg="mod">
          <ac:chgData name="Баукин Максим" userId="7bd719195f823dfe" providerId="LiveId" clId="{8F43253F-2131-49D0-8B22-080EFE94ABDC}" dt="2024-01-06T00:58:16.745" v="3668" actId="113"/>
          <ac:spMkLst>
            <pc:docMk/>
            <pc:sldMk cId="4004192256" sldId="359"/>
            <ac:spMk id="2" creationId="{ADA20C6D-7724-27AF-25AB-1AA025600827}"/>
          </ac:spMkLst>
        </pc:spChg>
        <pc:graphicFrameChg chg="del modGraphic">
          <ac:chgData name="Баукин Максим" userId="7bd719195f823dfe" providerId="LiveId" clId="{8F43253F-2131-49D0-8B22-080EFE94ABDC}" dt="2024-01-06T00:39:11.575" v="3389" actId="478"/>
          <ac:graphicFrameMkLst>
            <pc:docMk/>
            <pc:sldMk cId="4004192256" sldId="359"/>
            <ac:graphicFrameMk id="7" creationId="{AF2348F6-CB67-3D9A-CCFB-2D0DDB51FAB2}"/>
          </ac:graphicFrameMkLst>
        </pc:graphicFrameChg>
      </pc:sldChg>
      <pc:sldChg chg="addSp delSp modSp new mod">
        <pc:chgData name="Баукин Максим" userId="7bd719195f823dfe" providerId="LiveId" clId="{8F43253F-2131-49D0-8B22-080EFE94ABDC}" dt="2024-01-06T01:29:51.840" v="3780" actId="1076"/>
        <pc:sldMkLst>
          <pc:docMk/>
          <pc:sldMk cId="686494471" sldId="360"/>
        </pc:sldMkLst>
        <pc:spChg chg="add mod">
          <ac:chgData name="Баукин Максим" userId="7bd719195f823dfe" providerId="LiveId" clId="{8F43253F-2131-49D0-8B22-080EFE94ABDC}" dt="2024-01-06T01:29:51.840" v="3780" actId="1076"/>
          <ac:spMkLst>
            <pc:docMk/>
            <pc:sldMk cId="686494471" sldId="360"/>
            <ac:spMk id="8" creationId="{2813A0EB-E165-3D84-BE23-937BDFBAC67E}"/>
          </ac:spMkLst>
        </pc:spChg>
        <pc:picChg chg="add del mod">
          <ac:chgData name="Баукин Максим" userId="7bd719195f823dfe" providerId="LiveId" clId="{8F43253F-2131-49D0-8B22-080EFE94ABDC}" dt="2024-01-06T01:03:40.233" v="3679" actId="478"/>
          <ac:picMkLst>
            <pc:docMk/>
            <pc:sldMk cId="686494471" sldId="360"/>
            <ac:picMk id="3" creationId="{CEFB61FC-4ACC-7EB6-8C4E-9423268FB07B}"/>
          </ac:picMkLst>
        </pc:picChg>
        <pc:picChg chg="add mod">
          <ac:chgData name="Баукин Максим" userId="7bd719195f823dfe" providerId="LiveId" clId="{8F43253F-2131-49D0-8B22-080EFE94ABDC}" dt="2024-01-06T01:28:03.300" v="3770" actId="1076"/>
          <ac:picMkLst>
            <pc:docMk/>
            <pc:sldMk cId="686494471" sldId="360"/>
            <ac:picMk id="5" creationId="{FE29BCA2-DF8F-E720-5F76-D4A6DA34D936}"/>
          </ac:picMkLst>
        </pc:picChg>
        <pc:picChg chg="add mod">
          <ac:chgData name="Баукин Максим" userId="7bd719195f823dfe" providerId="LiveId" clId="{8F43253F-2131-49D0-8B22-080EFE94ABDC}" dt="2024-01-06T01:28:00.092" v="3769" actId="1076"/>
          <ac:picMkLst>
            <pc:docMk/>
            <pc:sldMk cId="686494471" sldId="360"/>
            <ac:picMk id="7" creationId="{49757C6B-EE64-E45F-89A4-27EE831B7B6C}"/>
          </ac:picMkLst>
        </pc:picChg>
      </pc:sldChg>
      <pc:sldChg chg="del">
        <pc:chgData name="Баукин Максим" userId="7bd719195f823dfe" providerId="LiveId" clId="{8F43253F-2131-49D0-8B22-080EFE94ABDC}" dt="2023-12-26T13:46:28.262" v="13" actId="47"/>
        <pc:sldMkLst>
          <pc:docMk/>
          <pc:sldMk cId="1069783443" sldId="360"/>
        </pc:sldMkLst>
      </pc:sldChg>
      <pc:sldChg chg="new add del">
        <pc:chgData name="Баукин Максим" userId="7bd719195f823dfe" providerId="LiveId" clId="{8F43253F-2131-49D0-8B22-080EFE94ABDC}" dt="2024-01-06T01:18:40.710" v="3699" actId="680"/>
        <pc:sldMkLst>
          <pc:docMk/>
          <pc:sldMk cId="818793743" sldId="361"/>
        </pc:sldMkLst>
      </pc:sldChg>
      <pc:sldChg chg="addSp modSp new mod">
        <pc:chgData name="Баукин Максим" userId="7bd719195f823dfe" providerId="LiveId" clId="{8F43253F-2131-49D0-8B22-080EFE94ABDC}" dt="2024-01-06T20:40:29.107" v="6375" actId="1076"/>
        <pc:sldMkLst>
          <pc:docMk/>
          <pc:sldMk cId="1034170219" sldId="361"/>
        </pc:sldMkLst>
        <pc:spChg chg="mod">
          <ac:chgData name="Баукин Максим" userId="7bd719195f823dfe" providerId="LiveId" clId="{8F43253F-2131-49D0-8B22-080EFE94ABDC}" dt="2024-01-06T01:41:45.944" v="3867" actId="1076"/>
          <ac:spMkLst>
            <pc:docMk/>
            <pc:sldMk cId="1034170219" sldId="361"/>
            <ac:spMk id="2" creationId="{C143AE7C-363A-AD39-2748-3DF99F4642A6}"/>
          </ac:spMkLst>
        </pc:spChg>
        <pc:spChg chg="mod">
          <ac:chgData name="Баукин Максим" userId="7bd719195f823dfe" providerId="LiveId" clId="{8F43253F-2131-49D0-8B22-080EFE94ABDC}" dt="2024-01-06T01:42:15.858" v="3871" actId="1076"/>
          <ac:spMkLst>
            <pc:docMk/>
            <pc:sldMk cId="1034170219" sldId="361"/>
            <ac:spMk id="3" creationId="{B6C85F22-CC9C-E194-37CD-1BC64656BB39}"/>
          </ac:spMkLst>
        </pc:spChg>
        <pc:picChg chg="add mod">
          <ac:chgData name="Баукин Максим" userId="7bd719195f823dfe" providerId="LiveId" clId="{8F43253F-2131-49D0-8B22-080EFE94ABDC}" dt="2024-01-06T20:40:29.107" v="6375" actId="1076"/>
          <ac:picMkLst>
            <pc:docMk/>
            <pc:sldMk cId="1034170219" sldId="361"/>
            <ac:picMk id="5" creationId="{B8F4CEDE-B2B9-995C-F0C0-1ACF3A8F1A12}"/>
          </ac:picMkLst>
        </pc:picChg>
      </pc:sldChg>
      <pc:sldChg chg="addSp modSp add mod">
        <pc:chgData name="Баукин Максим" userId="7bd719195f823dfe" providerId="LiveId" clId="{8F43253F-2131-49D0-8B22-080EFE94ABDC}" dt="2024-01-06T14:05:11.220" v="5973" actId="1076"/>
        <pc:sldMkLst>
          <pc:docMk/>
          <pc:sldMk cId="1058191185" sldId="362"/>
        </pc:sldMkLst>
        <pc:spChg chg="add mod">
          <ac:chgData name="Баукин Максим" userId="7bd719195f823dfe" providerId="LiveId" clId="{8F43253F-2131-49D0-8B22-080EFE94ABDC}" dt="2024-01-06T13:50:43.625" v="5581"/>
          <ac:spMkLst>
            <pc:docMk/>
            <pc:sldMk cId="1058191185" sldId="362"/>
            <ac:spMk id="2" creationId="{291C19E2-B5E4-FB77-85D5-874BF09C0BE6}"/>
          </ac:spMkLst>
        </pc:spChg>
        <pc:spChg chg="mod">
          <ac:chgData name="Баукин Максим" userId="7bd719195f823dfe" providerId="LiveId" clId="{8F43253F-2131-49D0-8B22-080EFE94ABDC}" dt="2024-01-06T14:05:11.220" v="5973" actId="1076"/>
          <ac:spMkLst>
            <pc:docMk/>
            <pc:sldMk cId="1058191185" sldId="362"/>
            <ac:spMk id="4" creationId="{BD03A893-ECFA-DEED-F342-DE63BD722266}"/>
          </ac:spMkLst>
        </pc:spChg>
        <pc:spChg chg="mod">
          <ac:chgData name="Баукин Максим" userId="7bd719195f823dfe" providerId="LiveId" clId="{8F43253F-2131-49D0-8B22-080EFE94ABDC}" dt="2024-01-06T14:04:41.475" v="5970" actId="20577"/>
          <ac:spMkLst>
            <pc:docMk/>
            <pc:sldMk cId="1058191185" sldId="362"/>
            <ac:spMk id="5" creationId="{2BEA39AC-0C16-00A4-A7D1-16251640B1AD}"/>
          </ac:spMkLst>
        </pc:spChg>
      </pc:sldChg>
      <pc:sldChg chg="add del setBg">
        <pc:chgData name="Баукин Максим" userId="7bd719195f823dfe" providerId="LiveId" clId="{8F43253F-2131-49D0-8B22-080EFE94ABDC}" dt="2024-04-09T11:49:08.294" v="6664"/>
        <pc:sldMkLst>
          <pc:docMk/>
          <pc:sldMk cId="2544615721" sldId="3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9176E-602C-C843-AB4C-14258F7A4EA3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46A49-B347-EE41-BE99-8EF808095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513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46A49-B347-EE41-BE99-8EF808095FE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84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600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TextBox 4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TextBox 6"/>
          <p:cNvSpPr/>
          <p:nvPr/>
        </p:nvSpPr>
        <p:spPr>
          <a:xfrm>
            <a:off x="5098320" y="49032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7"/>
          <p:cNvSpPr/>
          <p:nvPr/>
        </p:nvSpPr>
        <p:spPr>
          <a:xfrm>
            <a:off x="5910840" y="42732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TextBox 1"/>
          <p:cNvSpPr/>
          <p:nvPr/>
        </p:nvSpPr>
        <p:spPr>
          <a:xfrm>
            <a:off x="5098320" y="49032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TextBox 2"/>
          <p:cNvSpPr/>
          <p:nvPr/>
        </p:nvSpPr>
        <p:spPr>
          <a:xfrm>
            <a:off x="5910840" y="42732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TextBox 4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79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3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5" name="TextBox 4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geogebra.org/calculator/ckzev4xy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rive.google.com/file/d/1zcjHcDgpiD45rFcToyZeikm1ueBAHBwr/view?usp=sharing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756436" y="1619640"/>
            <a:ext cx="7631128" cy="164510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000" b="1" dirty="0">
                <a:solidFill>
                  <a:schemeClr val="bg1"/>
                </a:solidFill>
                <a:effectLst/>
                <a:latin typeface="Golos Text DemiBold"/>
                <a:ea typeface="Calibri" panose="020F0502020204030204" pitchFamily="34" charset="0"/>
                <a:cs typeface="Times New Roman" panose="02020603050405020304" pitchFamily="18" charset="0"/>
              </a:rPr>
              <a:t>ПРОСТРАНСТВЕННЫЙ ПОВОРОТ В ИССЛЕДОВАНИЯХ БЛОКАДНЫХ ЭГО-ДОКУМЕНТОВ НА ПРИМЕРЕ ДНЕВНИКА АНИСИМА НИКУЛИНА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17368-BF53-FC40-2320-916DAAAE2F34}"/>
              </a:ext>
            </a:extLst>
          </p:cNvPr>
          <p:cNvSpPr txBox="1"/>
          <p:nvPr/>
        </p:nvSpPr>
        <p:spPr>
          <a:xfrm>
            <a:off x="5181599" y="3481493"/>
            <a:ext cx="39624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chemeClr val="bg1"/>
                </a:solidFill>
                <a:effectLst/>
                <a:latin typeface="Golos Text"/>
                <a:ea typeface="Times New Roman" panose="02020603050405020304" pitchFamily="18" charset="0"/>
              </a:rPr>
              <a:t>Белобородова Е.А. </a:t>
            </a:r>
            <a:r>
              <a:rPr lang="ru-RU" sz="1600" dirty="0">
                <a:solidFill>
                  <a:schemeClr val="bg1"/>
                </a:solidFill>
                <a:latin typeface="Golos Text"/>
                <a:ea typeface="Times New Roman" panose="02020603050405020304" pitchFamily="18" charset="0"/>
              </a:rPr>
              <a:t>, Баукин М.А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1600" b="1" dirty="0">
              <a:solidFill>
                <a:srgbClr val="FFFFFF"/>
              </a:solidFill>
              <a:latin typeface="Golos Text"/>
              <a:ea typeface="Times New Roman" panose="02020603050405020304" pitchFamily="18" charset="0"/>
            </a:endParaRP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rgbClr val="FFFFFF"/>
                </a:solidFill>
                <a:latin typeface="Golos Text"/>
              </a:rPr>
              <a:t>ФТМИ ИТМО, ФПИиКТ ИТМО</a:t>
            </a:r>
            <a:endParaRPr lang="ru-RU" b="0" dirty="0">
              <a:effectLst/>
            </a:endParaRP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ru-RU" sz="1600" b="0" i="0" u="none" strike="noStrike" dirty="0">
                <a:solidFill>
                  <a:srgbClr val="FFFFFF"/>
                </a:solidFill>
                <a:effectLst/>
                <a:latin typeface="Golos Text"/>
              </a:rPr>
              <a:t>E-mail</a:t>
            </a:r>
            <a:endParaRPr lang="en-US" sz="1600" dirty="0"/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ru-RU" sz="1600" b="0" i="0" u="none" strike="noStrike" dirty="0">
                <a:solidFill>
                  <a:srgbClr val="FFFFFF"/>
                </a:solidFill>
                <a:effectLst/>
                <a:latin typeface="Golos Text"/>
              </a:rPr>
              <a:t>Пригодич Н.Д, </a:t>
            </a:r>
            <a:r>
              <a:rPr lang="ru-RU" sz="1600" dirty="0">
                <a:solidFill>
                  <a:srgbClr val="FFFFFF"/>
                </a:solidFill>
                <a:latin typeface="Golos Text"/>
              </a:rPr>
              <a:t>к</a:t>
            </a:r>
            <a:r>
              <a:rPr lang="ru-RU" sz="1600" b="0" i="0" u="none" strike="noStrike" dirty="0">
                <a:solidFill>
                  <a:srgbClr val="FFFFFF"/>
                </a:solidFill>
                <a:effectLst/>
                <a:latin typeface="Golos Text"/>
              </a:rPr>
              <a:t>андидат исторических</a:t>
            </a:r>
            <a:r>
              <a:rPr lang="en-US" sz="1600" b="0" i="0" u="none" strike="noStrike" dirty="0">
                <a:solidFill>
                  <a:srgbClr val="FFFFFF"/>
                </a:solidFill>
                <a:effectLst/>
                <a:latin typeface="Golos Text"/>
              </a:rPr>
              <a:t>  </a:t>
            </a:r>
            <a:r>
              <a:rPr lang="ru-RU" sz="1600" b="0" i="0" u="none" strike="noStrike" dirty="0">
                <a:solidFill>
                  <a:srgbClr val="FFFFFF"/>
                </a:solidFill>
                <a:effectLst/>
                <a:latin typeface="Golos Text"/>
              </a:rPr>
              <a:t>наук,</a:t>
            </a: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rgbClr val="FFFFFF"/>
                </a:solidFill>
                <a:latin typeface="Golos Text"/>
              </a:rPr>
              <a:t>доцент</a:t>
            </a:r>
            <a:endParaRPr lang="ru-RU" sz="1600" b="0" dirty="0">
              <a:effectLst/>
            </a:endParaRPr>
          </a:p>
          <a:p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640080" y="306360"/>
            <a:ext cx="6823440" cy="52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1" strike="noStrike" spc="-1" dirty="0">
                <a:solidFill>
                  <a:srgbClr val="000000"/>
                </a:solidFill>
                <a:latin typeface="Golos Text"/>
              </a:rPr>
              <a:t>Цель проекта</a:t>
            </a:r>
            <a:endParaRPr lang="en-US" sz="3600" b="0" strike="noStrike" spc="-1" dirty="0">
              <a:latin typeface="Arial"/>
            </a:endParaRPr>
          </a:p>
        </p:txBody>
      </p:sp>
      <p:pic>
        <p:nvPicPr>
          <p:cNvPr id="3" name="Объект 2" descr="Изображение выглядит как одежда, черно-белый, рисунок, человек&#10;&#10;Автоматически созданное описание">
            <a:extLst>
              <a:ext uri="{FF2B5EF4-FFF2-40B4-BE49-F238E27FC236}">
                <a16:creationId xmlns:a16="http://schemas.microsoft.com/office/drawing/2014/main" id="{84308311-B5BB-2B1A-56B9-DFDEEF4FCD9C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99"/>
            <a:ext cx="640080" cy="64633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4315BF-A146-4948-DE2C-1CF145F66BAD}"/>
              </a:ext>
            </a:extLst>
          </p:cNvPr>
          <p:cNvSpPr txBox="1"/>
          <p:nvPr/>
        </p:nvSpPr>
        <p:spPr>
          <a:xfrm>
            <a:off x="728133" y="1159574"/>
            <a:ext cx="68309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i="1" dirty="0">
                <a:latin typeface="Golos Text"/>
                <a:ea typeface="Calibri" panose="020F0502020204030204" pitchFamily="34" charset="0"/>
              </a:rPr>
              <a:t>С</a:t>
            </a:r>
            <a:r>
              <a:rPr lang="ru-RU" sz="2000" i="1" dirty="0">
                <a:effectLst/>
                <a:latin typeface="Golos Text"/>
                <a:ea typeface="Calibri" panose="020F0502020204030204" pitchFamily="34" charset="0"/>
              </a:rPr>
              <a:t>оздание интерактивной карты блокадного Ленинграда на основе цитат из дневников, </a:t>
            </a:r>
            <a:r>
              <a:rPr lang="ru-RU" sz="2000" i="1" dirty="0">
                <a:solidFill>
                  <a:srgbClr val="1A1A1A"/>
                </a:solidFill>
                <a:effectLst/>
                <a:latin typeface="Golos Text"/>
                <a:ea typeface="Times New Roman" panose="02020603050405020304" pitchFamily="18" charset="0"/>
              </a:rPr>
              <a:t>свидетельствующих о том, </a:t>
            </a:r>
            <a:r>
              <a:rPr lang="ru-RU" sz="2000" i="1" dirty="0">
                <a:solidFill>
                  <a:srgbClr val="AA2DFF"/>
                </a:solidFill>
                <a:effectLst/>
                <a:latin typeface="Golos Text"/>
                <a:ea typeface="Times New Roman" panose="02020603050405020304" pitchFamily="18" charset="0"/>
              </a:rPr>
              <a:t>что</a:t>
            </a:r>
            <a:r>
              <a:rPr lang="ru-RU" sz="2000" i="1" dirty="0">
                <a:solidFill>
                  <a:srgbClr val="1A1A1A"/>
                </a:solidFill>
                <a:effectLst/>
                <a:latin typeface="Golos Text"/>
                <a:ea typeface="Times New Roman" panose="02020603050405020304" pitchFamily="18" charset="0"/>
              </a:rPr>
              <a:t>, </a:t>
            </a:r>
            <a:r>
              <a:rPr lang="ru-RU" sz="2000" i="1" dirty="0">
                <a:solidFill>
                  <a:srgbClr val="AA2DFF"/>
                </a:solidFill>
                <a:effectLst/>
                <a:latin typeface="Golos Text"/>
                <a:ea typeface="Times New Roman" panose="02020603050405020304" pitchFamily="18" charset="0"/>
              </a:rPr>
              <a:t>где</a:t>
            </a:r>
            <a:r>
              <a:rPr lang="ru-RU" sz="2000" i="1" dirty="0">
                <a:solidFill>
                  <a:srgbClr val="1A1A1A"/>
                </a:solidFill>
                <a:effectLst/>
                <a:latin typeface="Golos Text"/>
                <a:ea typeface="Times New Roman" panose="02020603050405020304" pitchFamily="18" charset="0"/>
              </a:rPr>
              <a:t> и </a:t>
            </a:r>
            <a:r>
              <a:rPr lang="ru-RU" sz="2000" i="1" dirty="0">
                <a:solidFill>
                  <a:srgbClr val="AA2DFF"/>
                </a:solidFill>
                <a:effectLst/>
                <a:latin typeface="Golos Text"/>
                <a:ea typeface="Times New Roman" panose="02020603050405020304" pitchFamily="18" charset="0"/>
              </a:rPr>
              <a:t>когда</a:t>
            </a:r>
            <a:r>
              <a:rPr lang="ru-RU" sz="2000" i="1" dirty="0">
                <a:solidFill>
                  <a:srgbClr val="1A1A1A"/>
                </a:solidFill>
                <a:effectLst/>
                <a:latin typeface="Golos Text"/>
                <a:ea typeface="Times New Roman" panose="02020603050405020304" pitchFamily="18" charset="0"/>
              </a:rPr>
              <a:t> произошло в пространстве осажденного города</a:t>
            </a:r>
            <a:endParaRPr lang="ru-RU" sz="2000" i="1" dirty="0">
              <a:latin typeface="Golos Text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4ED9DB-1141-10B3-6076-42684C0C8081}"/>
              </a:ext>
            </a:extLst>
          </p:cNvPr>
          <p:cNvSpPr/>
          <p:nvPr/>
        </p:nvSpPr>
        <p:spPr>
          <a:xfrm>
            <a:off x="640080" y="1202593"/>
            <a:ext cx="7240693" cy="1237403"/>
          </a:xfrm>
          <a:prstGeom prst="roundRect">
            <a:avLst/>
          </a:prstGeom>
          <a:noFill/>
          <a:ln>
            <a:solidFill>
              <a:srgbClr val="AA2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675" y="1203979"/>
            <a:ext cx="7017798" cy="3410856"/>
          </a:xfrm>
        </p:spPr>
        <p:txBody>
          <a:bodyPr>
            <a:normAutofit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83" y="401626"/>
            <a:ext cx="6824382" cy="526321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endParaRPr lang="ru-RU" dirty="0"/>
          </a:p>
        </p:txBody>
      </p:sp>
      <p:pic>
        <p:nvPicPr>
          <p:cNvPr id="2" name="Объект 2" descr="Изображение выглядит как одежда, черно-белый, рисунок, человек&#10;&#10;Автоматически созданное описание">
            <a:extLst>
              <a:ext uri="{FF2B5EF4-FFF2-40B4-BE49-F238E27FC236}">
                <a16:creationId xmlns:a16="http://schemas.microsoft.com/office/drawing/2014/main" id="{A6508D10-FD36-F2F2-B093-CB62EC0BD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99"/>
            <a:ext cx="521230" cy="526321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87234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241" y="1233715"/>
            <a:ext cx="8167159" cy="3410856"/>
          </a:xfrm>
        </p:spPr>
        <p:txBody>
          <a:bodyPr>
            <a:normAutofit/>
          </a:bodyPr>
          <a:lstStyle/>
          <a:p>
            <a:endParaRPr lang="en-US" sz="1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B5395-D1D9-0CC8-D4B5-7C22DC5DF9D8}"/>
              </a:ext>
            </a:extLst>
          </p:cNvPr>
          <p:cNvSpPr txBox="1"/>
          <p:nvPr/>
        </p:nvSpPr>
        <p:spPr>
          <a:xfrm>
            <a:off x="1312333" y="441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756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2853" y="475403"/>
            <a:ext cx="6823075" cy="52705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00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7093" y="1349453"/>
            <a:ext cx="8275333" cy="3581534"/>
          </a:xfrm>
        </p:spPr>
        <p:txBody>
          <a:bodyPr>
            <a:norm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233715"/>
            <a:ext cx="8167159" cy="3410856"/>
          </a:xfrm>
        </p:spPr>
        <p:txBody>
          <a:bodyPr>
            <a:normAutofit/>
          </a:bodyPr>
          <a:lstStyle/>
          <a:p>
            <a:pPr>
              <a:lnSpc>
                <a:spcPct val="106000"/>
              </a:lnSpc>
            </a:pPr>
            <a:r>
              <a:rPr lang="ru-RU" b="1" dirty="0">
                <a:effectLst/>
                <a:ea typeface="DengXian" panose="020B0503020204020204" pitchFamily="2" charset="-122"/>
                <a:cs typeface="Times New Roman" panose="02020603050405020304" pitchFamily="18" charset="0"/>
              </a:rPr>
              <a:t>Условия задачи:</a:t>
            </a:r>
            <a:endParaRPr lang="en-US" b="1" dirty="0">
              <a:effectLst/>
              <a:ea typeface="DengXian" panose="020B0503020204020204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</a:pPr>
            <a:r>
              <a:rPr lang="ru-RU" sz="1400" dirty="0">
                <a:effectLst/>
                <a:ea typeface="DengXian" panose="020B0503020204020204" pitchFamily="2" charset="-122"/>
                <a:cs typeface="Times New Roman" panose="02020603050405020304" pitchFamily="18" charset="0"/>
              </a:rPr>
              <a:t>Предположим, что эпидемия распространяется среди населения по квадратичному</a:t>
            </a:r>
          </a:p>
          <a:p>
            <a:pPr>
              <a:lnSpc>
                <a:spcPct val="106000"/>
              </a:lnSpc>
            </a:pPr>
            <a:r>
              <a:rPr lang="ru-RU" sz="1400" dirty="0">
                <a:effectLst/>
                <a:ea typeface="DengXian" panose="020B0503020204020204" pitchFamily="2" charset="-122"/>
                <a:cs typeface="Times New Roman" panose="02020603050405020304" pitchFamily="18" charset="0"/>
              </a:rPr>
              <a:t>закону. Статистика числа заболевших приведена в таблице. Найдите скорость</a:t>
            </a:r>
          </a:p>
          <a:p>
            <a:pPr>
              <a:lnSpc>
                <a:spcPct val="106000"/>
              </a:lnSpc>
            </a:pPr>
            <a:r>
              <a:rPr lang="ru-RU" sz="1400" dirty="0">
                <a:effectLst/>
                <a:ea typeface="DengXian" panose="020B0503020204020204" pitchFamily="2" charset="-122"/>
                <a:cs typeface="Times New Roman" panose="02020603050405020304" pitchFamily="18" charset="0"/>
              </a:rPr>
              <a:t>изменения числа заболевших и в какое время эпидемия пойдет на спад.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Наибольшее и наименьшее значения функции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4E8D91E-0094-F203-7DA0-07E102B91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672436"/>
              </p:ext>
            </p:extLst>
          </p:nvPr>
        </p:nvGraphicFramePr>
        <p:xfrm>
          <a:off x="690880" y="2636096"/>
          <a:ext cx="6096000" cy="736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15253">
                  <a:extLst>
                    <a:ext uri="{9D8B030D-6E8A-4147-A177-3AD203B41FA5}">
                      <a16:colId xmlns:a16="http://schemas.microsoft.com/office/drawing/2014/main" val="4068281053"/>
                    </a:ext>
                  </a:extLst>
                </a:gridCol>
                <a:gridCol w="1232747">
                  <a:extLst>
                    <a:ext uri="{9D8B030D-6E8A-4147-A177-3AD203B41FA5}">
                      <a16:colId xmlns:a16="http://schemas.microsoft.com/office/drawing/2014/main" val="241012692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750679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90938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400" dirty="0" err="1"/>
                        <a:t>Время,недели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872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Число заболевших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231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07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8988" y="1138889"/>
                <a:ext cx="9049174" cy="3560414"/>
              </a:xfrm>
            </p:spPr>
            <p:txBody>
              <a:bodyPr>
                <a:noAutofit/>
              </a:bodyPr>
              <a:lstStyle/>
              <a:p>
                <a:r>
                  <a:rPr lang="ru-RU" dirty="0">
                    <a:ea typeface="Cambria Math" panose="02040503050406030204" pitchFamily="18" charset="0"/>
                  </a:rPr>
                  <a:t>Т.к эпидемия распространяется по квадратичному закону, </a:t>
                </a:r>
                <a:r>
                  <a:rPr lang="ru-RU" dirty="0" err="1">
                    <a:ea typeface="Cambria Math" panose="02040503050406030204" pitchFamily="18" charset="0"/>
                  </a:rPr>
                  <a:t>т.е</a:t>
                </a:r>
                <a:r>
                  <a:rPr lang="ru-RU" dirty="0">
                    <a:ea typeface="Cambria Math" panose="02040503050406030204" pitchFamily="18" charset="0"/>
                  </a:rPr>
                  <a:t> количество </a:t>
                </a:r>
              </a:p>
              <a:p>
                <a:r>
                  <a:rPr lang="ru-RU" dirty="0">
                    <a:ea typeface="Cambria Math" panose="02040503050406030204" pitchFamily="18" charset="0"/>
                  </a:rPr>
                  <a:t>Заболевших можно описать квадратичной функцией времени.</a:t>
                </a:r>
              </a:p>
              <a:p>
                <a:r>
                  <a:rPr lang="ru-RU" dirty="0">
                    <a:ea typeface="Cambria Math" panose="02040503050406030204" pitchFamily="18" charset="0"/>
                  </a:rPr>
                  <a:t>Обозначим время недели как </a:t>
                </a:r>
                <a:r>
                  <a:rPr lang="en-US" b="1" dirty="0">
                    <a:ea typeface="Cambria Math" panose="02040503050406030204" pitchFamily="18" charset="0"/>
                  </a:rPr>
                  <a:t>t </a:t>
                </a:r>
                <a:r>
                  <a:rPr lang="ru-RU" dirty="0">
                    <a:ea typeface="Cambria Math" panose="02040503050406030204" pitchFamily="18" charset="0"/>
                  </a:rPr>
                  <a:t>и число заболевших как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b="1" dirty="0">
                    <a:ea typeface="Cambria Math" panose="02040503050406030204" pitchFamily="18" charset="0"/>
                  </a:rPr>
                  <a:t>y:</a:t>
                </a:r>
              </a:p>
              <a:p>
                <a:r>
                  <a:rPr lang="en-US" b="1" dirty="0">
                    <a:ea typeface="Cambria Math" panose="02040503050406030204" pitchFamily="18" charset="0"/>
                  </a:rPr>
                  <a:t>t</a:t>
                </a:r>
                <a:r>
                  <a:rPr lang="en-US" dirty="0">
                    <a:ea typeface="Cambria Math" panose="02040503050406030204" pitchFamily="18" charset="0"/>
                  </a:rPr>
                  <a:t>=[0,5,10],    </a:t>
                </a:r>
                <a:r>
                  <a:rPr lang="en-US" b="1" dirty="0">
                    <a:ea typeface="Cambria Math" panose="02040503050406030204" pitchFamily="18" charset="0"/>
                  </a:rPr>
                  <a:t>y</a:t>
                </a:r>
                <a:r>
                  <a:rPr lang="en-US" dirty="0">
                    <a:ea typeface="Cambria Math" panose="02040503050406030204" pitchFamily="18" charset="0"/>
                  </a:rPr>
                  <a:t>=[0,5250,9000]</a:t>
                </a:r>
              </a:p>
              <a:p>
                <a:r>
                  <a:rPr lang="ru-RU" dirty="0">
                    <a:ea typeface="Cambria Math" panose="02040503050406030204" pitchFamily="18" charset="0"/>
                  </a:rPr>
                  <a:t>На основе данных можно составить квадратичную функцию, описывающую зависимость числа заболевших от времени: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=0⟹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=5,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=5250⟹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=25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=5250,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При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=9000 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=9000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ru-RU" dirty="0">
                    <a:ea typeface="Cambria Math" panose="02040503050406030204" pitchFamily="18" charset="0"/>
                  </a:rPr>
                  <a:t>Найдем значения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Умножим первое уравнение на 4 и вычтем второе:</a:t>
                </a:r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8988" y="1138889"/>
                <a:ext cx="9049174" cy="3560414"/>
              </a:xfrm>
              <a:blipFill>
                <a:blip r:embed="rId2"/>
                <a:stretch>
                  <a:fillRect l="-1415" t="-2568" b="-34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Наибольшее и наименьшее значения функции</a:t>
            </a:r>
            <a:br>
              <a:rPr lang="ru-RU" b="1" dirty="0"/>
            </a:br>
            <a:r>
              <a:rPr lang="ru-RU" b="1" dirty="0"/>
              <a:t>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0131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38668" y="1138888"/>
                <a:ext cx="8568265" cy="3656631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=21000−9000,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=12000,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=1200.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Подставим вычисленное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в первое уравнение: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+5∙1200=5250,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+6000=5250,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=−750,</m:t>
                      </m:r>
                    </m:oMath>
                  </m:oMathPara>
                </a14:m>
                <a:endParaRPr lang="ru-RU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=−30.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ru-RU" b="0" dirty="0">
                    <a:ea typeface="Cambria Math" panose="02040503050406030204" pitchFamily="18" charset="0"/>
                  </a:rPr>
                  <a:t>Таким образом, мы получаем квадратичную функцию: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=−30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+1200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ru-RU" b="0" dirty="0">
                    <a:ea typeface="Cambria Math" panose="02040503050406030204" pitchFamily="18" charset="0"/>
                  </a:rPr>
                  <a:t>Чтобы найти скорость изменения числа заболевших нужно дифференцировать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когда</a:t>
                </a:r>
                <a:r>
                  <a:rPr lang="ru-RU" b="0" dirty="0">
                    <a:ea typeface="Cambria Math" panose="02040503050406030204" pitchFamily="18" charset="0"/>
                  </a:rPr>
                  <a:t> эпидемия пойдет на </a:t>
                </a:r>
                <a:r>
                  <a:rPr lang="ru-RU" b="0" dirty="0" err="1">
                    <a:ea typeface="Cambria Math" panose="02040503050406030204" pitchFamily="18" charset="0"/>
                  </a:rPr>
                  <a:t>спад,нужно</a:t>
                </a:r>
                <a:r>
                  <a:rPr lang="ru-RU" b="0" dirty="0">
                    <a:ea typeface="Cambria Math" panose="02040503050406030204" pitchFamily="18" charset="0"/>
                  </a:rPr>
                  <a:t> найти корни уравнения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=−30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+1200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=−60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+1200,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+1200=0,           −60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=−1200,        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=20.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          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38668" y="1138888"/>
                <a:ext cx="8568265" cy="3656631"/>
              </a:xfrm>
              <a:blipFill>
                <a:blip r:embed="rId2"/>
                <a:stretch>
                  <a:fillRect l="-1495" t="-1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47" y="399904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Наибольшее и наименьшее значения функции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C19E2-B5E4-FB77-85D5-874BF09C0BE6}"/>
              </a:ext>
            </a:extLst>
          </p:cNvPr>
          <p:cNvSpPr txBox="1"/>
          <p:nvPr/>
        </p:nvSpPr>
        <p:spPr>
          <a:xfrm>
            <a:off x="3813386" y="208957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8191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06401" y="1070188"/>
                <a:ext cx="8254274" cy="3574384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Таким образом, эпидемия пойдет на спад через 20 недель.</a:t>
                </a:r>
              </a:p>
              <a:p>
                <a:r>
                  <a:rPr lang="ru-RU" dirty="0"/>
                  <a:t>С учетом естественного значения числа заболевших, график </a:t>
                </a:r>
                <a:r>
                  <a:rPr lang="ru-RU"/>
                  <a:t>будет ограничен в </a:t>
                </a:r>
                <a:r>
                  <a:rPr lang="ru-RU" dirty="0"/>
                  <a:t>области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ru-RU" dirty="0"/>
                  <a:t>Графиком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/>
                  <a:t> будет парабола, проходящая через точки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0, 0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;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5, 5250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;(10, 9000)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06401" y="1070188"/>
                <a:ext cx="8254274" cy="3574384"/>
              </a:xfrm>
              <a:blipFill>
                <a:blip r:embed="rId2"/>
                <a:stretch>
                  <a:fillRect l="-1551" t="-2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1" y="359896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Наибольшее и наименьшее значения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9411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6D47BE8-AB5A-FDA6-F88A-E48B773E2C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93675"/>
            <a:ext cx="6824663" cy="527050"/>
          </a:xfrm>
        </p:spPr>
        <p:txBody>
          <a:bodyPr>
            <a:noAutofit/>
          </a:bodyPr>
          <a:lstStyle/>
          <a:p>
            <a:r>
              <a:rPr lang="ru-RU" sz="2400" b="1" dirty="0"/>
              <a:t>Задание 2</a:t>
            </a:r>
            <a:r>
              <a:rPr lang="en-US" sz="2400" b="1"/>
              <a:t>.</a:t>
            </a:r>
            <a:r>
              <a:rPr lang="ru-RU" sz="2400" b="1"/>
              <a:t> Наибольшее и наименьшее значения функции</a:t>
            </a:r>
            <a:endParaRPr lang="ru-RU" sz="2400" b="1" dirty="0"/>
          </a:p>
        </p:txBody>
      </p:sp>
      <p:pic>
        <p:nvPicPr>
          <p:cNvPr id="4" name="Рисунок 3" descr="Изображение выглядит как текст, линия, Параллельный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EC445D6F-27FD-B025-6886-DCBF8683E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2" y="1049866"/>
            <a:ext cx="5405120" cy="3745654"/>
          </a:xfrm>
          <a:prstGeom prst="rect">
            <a:avLst/>
          </a:prstGeom>
        </p:spPr>
      </p:pic>
      <p:pic>
        <p:nvPicPr>
          <p:cNvPr id="7" name="Рисунок 6" descr="Изображение выглядит как шаблон, дизайн, Симметрия, прямоугольный&#10;&#10;Автоматически созданное описание">
            <a:extLst>
              <a:ext uri="{FF2B5EF4-FFF2-40B4-BE49-F238E27FC236}">
                <a16:creationId xmlns:a16="http://schemas.microsoft.com/office/drawing/2014/main" id="{72067E6C-72D5-25B7-80D0-AAFB3B9B2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216" y="1589087"/>
            <a:ext cx="1762125" cy="1762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18A5AB-DA4A-4A06-949E-A925DB50BDBD}"/>
              </a:ext>
            </a:extLst>
          </p:cNvPr>
          <p:cNvSpPr txBox="1"/>
          <p:nvPr/>
        </p:nvSpPr>
        <p:spPr>
          <a:xfrm>
            <a:off x="6244745" y="3386227"/>
            <a:ext cx="1897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QR-</a:t>
            </a:r>
            <a:r>
              <a:rPr lang="ru-RU" sz="1600" dirty="0"/>
              <a:t>код на график и </a:t>
            </a:r>
            <a:r>
              <a:rPr lang="ru-RU" sz="1600" dirty="0">
                <a:hlinkClick r:id="rId4"/>
              </a:rPr>
              <a:t>ссылка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796223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731520" y="1176886"/>
            <a:ext cx="6962987" cy="3410856"/>
          </a:xfrm>
        </p:spPr>
        <p:txBody>
          <a:bodyPr>
            <a:normAutofit/>
          </a:bodyPr>
          <a:lstStyle/>
          <a:p>
            <a:r>
              <a:rPr lang="ru-RU" b="1" dirty="0"/>
              <a:t>Задание:</a:t>
            </a:r>
          </a:p>
          <a:p>
            <a:r>
              <a:rPr lang="ru-RU" dirty="0"/>
              <a:t>По графику функции постройте график её первой производной. Подробно </a:t>
            </a:r>
            <a:r>
              <a:rPr lang="ru-RU" dirty="0" err="1"/>
              <a:t>прокомментируйте,почему</a:t>
            </a:r>
            <a:r>
              <a:rPr lang="ru-RU" dirty="0"/>
              <a:t> он так выглядит, ссылаясь на изученные теоремы. </a:t>
            </a:r>
            <a:r>
              <a:rPr lang="ru-RU" i="1" dirty="0"/>
              <a:t>(График исполняется на листе бумаги от руки, фотографируется и вставляется в отчёт.)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1441" y="265023"/>
            <a:ext cx="8009466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</a:t>
            </a:r>
            <a:r>
              <a:rPr lang="en-US" altLang="ru-RU" b="1" dirty="0"/>
              <a:t>3</a:t>
            </a:r>
            <a:r>
              <a:rPr lang="ru-RU" b="1" dirty="0"/>
              <a:t>. Графики функции и производной</a:t>
            </a:r>
            <a:br>
              <a:rPr lang="ru-RU" b="1" dirty="0"/>
            </a:b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143AE7C-363A-AD39-2748-3DF99F4642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89239" y="5196111"/>
            <a:ext cx="1062447" cy="335524"/>
          </a:xfr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6C85F22-CC9C-E194-37CD-1BC64656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" y="55822"/>
            <a:ext cx="7432039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</a:t>
            </a:r>
            <a:r>
              <a:rPr lang="en-US" altLang="ru-RU" b="1" dirty="0"/>
              <a:t>3</a:t>
            </a:r>
            <a:r>
              <a:rPr lang="ru-RU" b="1" dirty="0"/>
              <a:t>. Графики функции и производной</a:t>
            </a:r>
            <a:endParaRPr lang="ru-RU" dirty="0"/>
          </a:p>
        </p:txBody>
      </p:sp>
      <p:pic>
        <p:nvPicPr>
          <p:cNvPr id="5" name="Рисунок 4" descr="Изображение выглядит как зарисовка, рисунок, диаграмма, штриховой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B8F4CEDE-B2B9-995C-F0C0-1ACF3A8F1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70" y="1061187"/>
            <a:ext cx="4086316" cy="368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70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4830995-B9D4-4B5B-990E-E2105FE75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447" y="1456256"/>
            <a:ext cx="8293177" cy="3798147"/>
          </a:xfrm>
        </p:spPr>
        <p:txBody>
          <a:bodyPr>
            <a:no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Даны функции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)и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Проведите поочерёдно их полные исследования: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Найдите область определения функции.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Проверьте, является ли функция чётной (нечётной), а также периодической, и укажите, как эти свойства влияют на вид графика функции.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Исследуйте функцию на нулевые значения и найдите промежутки ее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знакопостоянства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Исследуйте функцию с помощью первой производной: найдите интервалы монотонности и экстремумы функции.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Исследуйте функцию с помощью второй производной: найдите интервалы выпуклости (вогнутости) и точки перегиба функции.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Проверьте наличие вертикальных, горизонтальных и наклонных асимптот графика функции.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Найдите точки пересечения графика с координатными осями и (при необходимости) найдите значения функции в некоторых дополнительных точках.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Постройте эскиз графика на основе проделанного исследования (от руки на листе бумаги – скан листа бумаги в хорошем качестве нужно вставить в отчёт). Отметьте на графике все результаты исследования: формулу функции, асимптоты и их уравнения, экстремумы и точки экстремума, перегибы и точки перегиба, точки пересечения графика с координатными осями.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6D47BE8-AB5A-FDA6-F88A-E48B773E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6" y="193063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 Исследование функции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1C44F-24AF-BA42-C3B7-72865E6A9E62}"/>
              </a:ext>
            </a:extLst>
          </p:cNvPr>
          <p:cNvSpPr txBox="1"/>
          <p:nvPr/>
        </p:nvSpPr>
        <p:spPr>
          <a:xfrm>
            <a:off x="494447" y="1086924"/>
            <a:ext cx="5005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Задание:</a:t>
            </a:r>
          </a:p>
        </p:txBody>
      </p:sp>
    </p:spTree>
    <p:extLst>
      <p:ext uri="{BB962C8B-B14F-4D97-AF65-F5344CB8AC3E}">
        <p14:creationId xmlns:p14="http://schemas.microsoft.com/office/powerpoint/2010/main" val="4251540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0430" y="1050570"/>
                <a:ext cx="8489394" cy="3744454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8−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rad>
                  </m:oMath>
                </a14:m>
                <a:endParaRPr lang="en-US" dirty="0"/>
              </a:p>
              <a:p>
                <a:r>
                  <a:rPr lang="en-US" sz="1900" b="1" dirty="0"/>
                  <a:t>1)</a:t>
                </a:r>
                <a:r>
                  <a:rPr lang="ru-RU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Найдите область определения функции.</a:t>
                </a:r>
                <a:endParaRPr lang="ru-RU" sz="1900" b="1" dirty="0"/>
              </a:p>
              <a:p>
                <a:r>
                  <a:rPr lang="en-US" sz="19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Ɒ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)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            </a:t>
                </a:r>
                <a:r>
                  <a:rPr lang="en-US" sz="19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Ɒ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)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ru-R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sz="19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2)</a:t>
                </a:r>
                <a:r>
                  <a:rPr lang="en-US" sz="1900" b="1" dirty="0"/>
                  <a:t> </a:t>
                </a:r>
                <a:r>
                  <a:rPr lang="ru-RU" sz="1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Проверьте, является ли функция чётной (нечётной), а также периодической, и укажите, как эти свойства влияют на вид графика функции</a:t>
                </a:r>
                <a:r>
                  <a:rPr lang="ru-RU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100" b="1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 </a:t>
                </a:r>
                <a:r>
                  <a:rPr lang="ru-RU" dirty="0">
                    <a:ea typeface="Cambria Math" panose="02040503050406030204" pitchFamily="18" charset="0"/>
                  </a:rPr>
                  <a:t>ни четная, ни нечетная, ни периодическая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она не симметрична относительно оси </a:t>
                </a:r>
                <a:r>
                  <a:rPr lang="en-US" dirty="0">
                    <a:ea typeface="Cambria Math" panose="02040503050406030204" pitchFamily="18" charset="0"/>
                  </a:rPr>
                  <a:t>Oy</a:t>
                </a:r>
                <a:r>
                  <a:rPr lang="ru-RU" dirty="0">
                    <a:ea typeface="Cambria Math" panose="02040503050406030204" pitchFamily="18" charset="0"/>
                  </a:rPr>
                  <a:t> и начала координат</a:t>
                </a: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8−</m:t>
                        </m:r>
                        <m:d>
                          <m:dPr>
                            <m:ctrlP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rad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-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ни четная, ни нечетная, ни периодическая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она не симметрична относительно оси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en-US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и начала </a:t>
                </a:r>
                <a:r>
                  <a:rPr lang="ru-RU" dirty="0">
                    <a:ea typeface="Cambria Math" panose="02040503050406030204" pitchFamily="18" charset="0"/>
                  </a:rPr>
                  <a:t>координат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)−3(−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)+1</m:t>
                        </m:r>
                      </m:num>
                      <m:den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 ;                    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 ;                </m:t>
                    </m:r>
                  </m:oMath>
                </a14:m>
                <a:endParaRPr lang="en-US" sz="2100" b="0" i="0" dirty="0">
                  <a:latin typeface="Cambria Math" panose="02040503050406030204" pitchFamily="18" charset="0"/>
                </a:endParaRPr>
              </a:p>
              <a:p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0430" y="1050570"/>
                <a:ext cx="8489394" cy="3744454"/>
              </a:xfrm>
              <a:blipFill>
                <a:blip r:embed="rId2"/>
                <a:stretch>
                  <a:fillRect l="-1508" t="-1789" r="-7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912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04FE0BB4-5E10-475F-1203-224BE4A2BA6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45688" y="1114572"/>
                <a:ext cx="8396868" cy="3495039"/>
              </a:xfrm>
            </p:spPr>
            <p:txBody>
              <a:bodyPr>
                <a:normAutofit/>
              </a:bodyPr>
              <a:lstStyle/>
              <a:p>
                <a:r>
                  <a:rPr lang="en-US" sz="1500" dirty="0"/>
                  <a:t>   </a:t>
                </a:r>
                <a:r>
                  <a:rPr lang="en-US" sz="1500" b="1" dirty="0"/>
                  <a:t>3)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Исследуйте функцию на нулевые значения и найдите промежутки ее знакопостоянства.</m:t>
                    </m:r>
                  </m:oMath>
                </a14:m>
                <a:endParaRPr lang="en-US" b="1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smtClean="0">
                        <a:latin typeface="Cambria Math" panose="02040503050406030204" pitchFamily="18" charset="0"/>
                      </a:rPr>
                      <m:t>В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500" dirty="0"/>
                  <a:t> нет нулевых значений</a:t>
                </a:r>
                <a:r>
                  <a:rPr lang="en-US" sz="1500" dirty="0"/>
                  <a:t>.</a:t>
                </a:r>
                <a:r>
                  <a:rPr lang="ru-RU" sz="1500" dirty="0"/>
                  <a:t> </a:t>
                </a:r>
              </a:p>
              <a:p>
                <a:r>
                  <a:rPr lang="ru-RU" dirty="0">
                    <a:cs typeface="Times New Roman" panose="02020603050405020304" pitchFamily="18" charset="0"/>
                  </a:rPr>
                  <a:t>Промежутки </a:t>
                </a:r>
                <a:r>
                  <a:rPr lang="ru-RU" dirty="0" err="1">
                    <a:cs typeface="Times New Roman" panose="02020603050405020304" pitchFamily="18" charset="0"/>
                  </a:rPr>
                  <a:t>знакопостоянства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:r>
                  <a:rPr lang="en-US" sz="1500" b="1" dirty="0"/>
                  <a:t>:</a:t>
                </a:r>
                <a:r>
                  <a:rPr lang="en-US" sz="1500" dirty="0"/>
                  <a:t> </a:t>
                </a:r>
                <a:r>
                  <a:rPr lang="ru-RU" sz="150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&gt;0 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∞;−1,366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⋃(0;0,366)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(1;+∞)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&lt;0 :(−1,366;0)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(0,366;1)</m:t>
                    </m:r>
                  </m:oMath>
                </a14:m>
                <a:endParaRPr lang="ru-RU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8−</m:t>
                        </m:r>
                        <m:sSup>
                          <m:s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ra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800" dirty="0"/>
                  <a:t> </a:t>
                </a:r>
                <a:r>
                  <a:rPr lang="ru-RU" dirty="0"/>
                  <a:t>нулевое значение = 2</a:t>
                </a:r>
                <a:endParaRPr lang="en-US" dirty="0"/>
              </a:p>
              <a:p>
                <a:r>
                  <a:rPr lang="ru-RU" dirty="0"/>
                  <a:t>Промежутки </a:t>
                </a:r>
                <a:r>
                  <a:rPr lang="ru-RU" dirty="0" err="1"/>
                  <a:t>знакопостоянства</a:t>
                </a:r>
                <a:r>
                  <a:rPr lang="ru-RU" dirty="0"/>
                  <a:t> 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&gt;0 :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;2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&lt;0 :(2;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04FE0BB4-5E10-475F-1203-224BE4A2B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45688" y="1114572"/>
                <a:ext cx="8396868" cy="3495039"/>
              </a:xfrm>
              <a:blipFill>
                <a:blip r:embed="rId2"/>
                <a:stretch>
                  <a:fillRect l="-1525" t="-2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F988D1F-0E2F-D1F2-0069-98246A91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4" y="64772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9117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438971" cy="3466935"/>
              </a:xfrm>
            </p:spPr>
            <p:txBody>
              <a:bodyPr>
                <a:normAutofit fontScale="92500"/>
              </a:bodyPr>
              <a:lstStyle/>
              <a:p>
                <a:r>
                  <a:rPr lang="ru-RU" b="1" dirty="0"/>
                  <a:t>4)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Исследуйте функцию с помощью первой производной: найдите интервалы монотонности и экстремумы функции. </a:t>
                </a:r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sz="2000" dirty="0"/>
                  <a:t> </a:t>
                </a:r>
                <a:endParaRPr lang="ru-RU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 sz="1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dirty="0"/>
              </a:p>
              <a:p>
                <a:endParaRPr lang="en-US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sSup>
                            <m:sSupPr>
                              <m:ctrlPr>
                                <a:rPr lang="ru-RU" sz="1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dirty="0"/>
              </a:p>
              <a:p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(6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−3)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438971" cy="3466935"/>
              </a:xfrm>
              <a:blipFill>
                <a:blip r:embed="rId2"/>
                <a:stretch>
                  <a:fillRect l="-1588" t="-24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3522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=0,   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≠0;</m:t>
                      </m:r>
                    </m:oMath>
                  </m:oMathPara>
                </a14:m>
                <a:endParaRPr lang="en-US" sz="1800" b="0" dirty="0">
                  <a:ea typeface="Cambria Math" panose="02040503050406030204" pitchFamily="18" charset="0"/>
                </a:endParaRPr>
              </a:p>
              <a:p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−3=0 ;         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  <a:blipFill>
                <a:blip r:embed="rId2"/>
                <a:stretch>
                  <a:fillRect t="-3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D553F3DC-1384-CC72-22D7-67924F7C4FAD}"/>
              </a:ext>
            </a:extLst>
          </p:cNvPr>
          <p:cNvCxnSpPr/>
          <p:nvPr/>
        </p:nvCxnSpPr>
        <p:spPr>
          <a:xfrm>
            <a:off x="1466850" y="3571875"/>
            <a:ext cx="5648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5C457C8-54CB-CC28-DE01-A1168A96F844}"/>
              </a:ext>
            </a:extLst>
          </p:cNvPr>
          <p:cNvCxnSpPr>
            <a:cxnSpLocks/>
          </p:cNvCxnSpPr>
          <p:nvPr/>
        </p:nvCxnSpPr>
        <p:spPr>
          <a:xfrm>
            <a:off x="4067175" y="3457575"/>
            <a:ext cx="0" cy="304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781A6E5-3683-169F-E841-F37C8A703957}"/>
              </a:ext>
            </a:extLst>
          </p:cNvPr>
          <p:cNvCxnSpPr>
            <a:cxnSpLocks/>
          </p:cNvCxnSpPr>
          <p:nvPr/>
        </p:nvCxnSpPr>
        <p:spPr>
          <a:xfrm>
            <a:off x="2279105" y="3852904"/>
            <a:ext cx="911129" cy="30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C618707-8A01-54FA-33D3-468B707DC80A}"/>
              </a:ext>
            </a:extLst>
          </p:cNvPr>
          <p:cNvCxnSpPr>
            <a:cxnSpLocks/>
          </p:cNvCxnSpPr>
          <p:nvPr/>
        </p:nvCxnSpPr>
        <p:spPr>
          <a:xfrm flipV="1">
            <a:off x="5029200" y="3886200"/>
            <a:ext cx="911129" cy="30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5C24FA-8F77-9DFE-5098-AB494990894F}"/>
                  </a:ext>
                </a:extLst>
              </p:cNvPr>
              <p:cNvSpPr txBox="1"/>
              <p:nvPr/>
            </p:nvSpPr>
            <p:spPr>
              <a:xfrm>
                <a:off x="3878662" y="3838575"/>
                <a:ext cx="377026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5C24FA-8F77-9DFE-5098-AB4949908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662" y="3838575"/>
                <a:ext cx="377026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4DE47D2-3599-0996-B027-25F6B6EC44BD}"/>
              </a:ext>
            </a:extLst>
          </p:cNvPr>
          <p:cNvSpPr txBox="1"/>
          <p:nvPr/>
        </p:nvSpPr>
        <p:spPr>
          <a:xfrm>
            <a:off x="3788893" y="307823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32FC92-D577-9638-43FD-2A0F6F424BDD}"/>
                  </a:ext>
                </a:extLst>
              </p:cNvPr>
              <p:cNvSpPr txBox="1"/>
              <p:nvPr/>
            </p:nvSpPr>
            <p:spPr>
              <a:xfrm>
                <a:off x="6543675" y="3078230"/>
                <a:ext cx="704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32FC92-D577-9638-43FD-2A0F6F424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675" y="3078230"/>
                <a:ext cx="70416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6C2E46-7EC9-2DDA-007C-5762378CD0C7}"/>
                  </a:ext>
                </a:extLst>
              </p:cNvPr>
              <p:cNvSpPr txBox="1"/>
              <p:nvPr/>
            </p:nvSpPr>
            <p:spPr>
              <a:xfrm>
                <a:off x="6543674" y="3787259"/>
                <a:ext cx="780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6C2E46-7EC9-2DDA-007C-5762378CD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674" y="3787259"/>
                <a:ext cx="780342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759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33492" y="1124372"/>
                <a:ext cx="8025819" cy="3529077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endParaRPr lang="ru-RU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8−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rad>
                      <m:r>
                        <a:rPr lang="ru-RU" sz="20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8−</m:t>
                                  </m:r>
                                  <m:sSup>
                                    <m:sSup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ru-RU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ctrlPr>
                                <a:rPr lang="ru-RU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ru-RU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ru-RU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b="0" i="1" dirty="0" smtClean="0">
                                      <a:latin typeface="Cambria Math" panose="02040503050406030204" pitchFamily="18" charset="0"/>
                                    </a:rPr>
                                    <m:t>(8−</m:t>
                                  </m:r>
                                  <m:sSup>
                                    <m:sSupPr>
                                      <m:ctrlPr>
                                        <a:rPr lang="ru-RU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sz="20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ctrlPr>
                                <a:rPr lang="ru-RU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ru-RU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ru-RU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i="1" dirty="0">
                                      <a:latin typeface="Cambria Math" panose="02040503050406030204" pitchFamily="18" charset="0"/>
                                    </a:rPr>
                                    <m:t>(8−</m:t>
                                  </m:r>
                                  <m:sSup>
                                    <m:sSupPr>
                                      <m:ctrlPr>
                                        <a:rPr lang="ru-RU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sz="2000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b="0" dirty="0">
                    <a:ea typeface="Cambria Math" panose="02040503050406030204" pitchFamily="18" charset="0"/>
                  </a:rPr>
                  <a:t>-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  </a:t>
                </a:r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33492" y="1124372"/>
                <a:ext cx="8025819" cy="3529077"/>
              </a:xfrm>
              <a:blipFill>
                <a:blip r:embed="rId2"/>
                <a:stretch>
                  <a:fillRect l="-1898" t="-2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B8DCEEF-5621-9481-8509-5A89CC77F2B3}"/>
              </a:ext>
            </a:extLst>
          </p:cNvPr>
          <p:cNvCxnSpPr/>
          <p:nvPr/>
        </p:nvCxnSpPr>
        <p:spPr>
          <a:xfrm>
            <a:off x="1466850" y="3571875"/>
            <a:ext cx="5648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40CC55A-C03E-E4EE-68F9-0D5A0DB68E00}"/>
              </a:ext>
            </a:extLst>
          </p:cNvPr>
          <p:cNvCxnSpPr>
            <a:cxnSpLocks/>
          </p:cNvCxnSpPr>
          <p:nvPr/>
        </p:nvCxnSpPr>
        <p:spPr>
          <a:xfrm>
            <a:off x="4067175" y="3457575"/>
            <a:ext cx="0" cy="304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0356DD7-A8E0-AC15-770D-ED6AF8111A5B}"/>
              </a:ext>
            </a:extLst>
          </p:cNvPr>
          <p:cNvCxnSpPr>
            <a:cxnSpLocks/>
          </p:cNvCxnSpPr>
          <p:nvPr/>
        </p:nvCxnSpPr>
        <p:spPr>
          <a:xfrm>
            <a:off x="2279105" y="3852904"/>
            <a:ext cx="911129" cy="30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92E0F3FC-ED7E-7186-983D-CCD04A9475C5}"/>
              </a:ext>
            </a:extLst>
          </p:cNvPr>
          <p:cNvCxnSpPr>
            <a:cxnSpLocks/>
          </p:cNvCxnSpPr>
          <p:nvPr/>
        </p:nvCxnSpPr>
        <p:spPr>
          <a:xfrm flipV="1">
            <a:off x="5029200" y="3886200"/>
            <a:ext cx="911129" cy="30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F892ED1-337B-2B36-B549-AAA47DD88024}"/>
              </a:ext>
            </a:extLst>
          </p:cNvPr>
          <p:cNvSpPr txBox="1"/>
          <p:nvPr/>
        </p:nvSpPr>
        <p:spPr>
          <a:xfrm>
            <a:off x="3910722" y="39719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830B0-EABA-7AAF-137D-4776565AE82E}"/>
              </a:ext>
            </a:extLst>
          </p:cNvPr>
          <p:cNvSpPr txBox="1"/>
          <p:nvPr/>
        </p:nvSpPr>
        <p:spPr>
          <a:xfrm>
            <a:off x="3788893" y="307823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AAFF36-7731-B7ED-B882-8FDC44FDAD57}"/>
                  </a:ext>
                </a:extLst>
              </p:cNvPr>
              <p:cNvSpPr txBox="1"/>
              <p:nvPr/>
            </p:nvSpPr>
            <p:spPr>
              <a:xfrm>
                <a:off x="6543675" y="3078230"/>
                <a:ext cx="7158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AAFF36-7731-B7ED-B882-8FDC44FDA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675" y="3078230"/>
                <a:ext cx="715837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8D8A27-5F81-FB8A-AAC7-A4C2EFDCACEC}"/>
                  </a:ext>
                </a:extLst>
              </p:cNvPr>
              <p:cNvSpPr txBox="1"/>
              <p:nvPr/>
            </p:nvSpPr>
            <p:spPr>
              <a:xfrm>
                <a:off x="6543674" y="3787259"/>
                <a:ext cx="784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8D8A27-5F81-FB8A-AAC7-A4C2EFDCA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674" y="3787259"/>
                <a:ext cx="784702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63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40267" y="1022773"/>
                <a:ext cx="8006606" cy="3434250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>
                    <a:latin typeface="Cambria Math" panose="02040503050406030204" pitchFamily="18" charset="0"/>
                  </a:rPr>
                  <a:t>5)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Исследуйте функцию с помощью второй производной: найдите интервалы выпуклости (вогнутости) и точки перегиба функции</a:t>
                </a: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sz="1800" dirty="0"/>
                  <a:t> </a:t>
                </a:r>
                <a:endParaRPr lang="en-US" sz="1800" dirty="0"/>
              </a:p>
              <a:p>
                <a:endParaRPr lang="ru-RU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−24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−12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−18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−12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(−18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−12)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−18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−12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/>
              </a:p>
              <a:p>
                <a:endParaRPr lang="en-US" sz="1800" dirty="0"/>
              </a:p>
              <a:p>
                <a:endParaRPr lang="ru-RU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40267" y="1022773"/>
                <a:ext cx="8006606" cy="3434250"/>
              </a:xfrm>
              <a:blipFill>
                <a:blip r:embed="rId2"/>
                <a:stretch>
                  <a:fillRect l="-1826" t="-28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717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56192" y="1220380"/>
                <a:ext cx="8031615" cy="346693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−18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−12</m:t>
                        </m:r>
                      </m:num>
                      <m:den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=0;</m:t>
                    </m:r>
                  </m:oMath>
                </a14:m>
                <a:r>
                  <a:rPr lang="en-US" sz="1800" dirty="0"/>
                  <a:t>                     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     −</m:t>
                    </m:r>
                    <m:r>
                      <a:rPr lang="ru-RU" sz="1800" b="0" i="1" dirty="0" smtClean="0">
                        <a:latin typeface="Cambria Math" panose="02040503050406030204" pitchFamily="18" charset="0"/>
                      </a:rPr>
                      <m:t>точка перегиба</m:t>
                    </m:r>
                  </m:oMath>
                </a14:m>
                <a:endParaRPr lang="ru-RU" sz="1800" b="0" dirty="0"/>
              </a:p>
              <a:p>
                <a:endParaRPr lang="ru-RU" sz="1800" dirty="0"/>
              </a:p>
              <a:p>
                <a:r>
                  <a:rPr lang="ru-RU" sz="1800" dirty="0"/>
                  <a:t> </a:t>
                </a:r>
                <a:r>
                  <a:rPr lang="en-US" sz="1800" dirty="0"/>
                  <a:t> </a:t>
                </a:r>
                <a:endParaRPr lang="ru-RU" sz="1800" dirty="0"/>
              </a:p>
              <a:p>
                <a:endParaRPr lang="en-US" sz="1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56192" y="1220380"/>
                <a:ext cx="8031615" cy="3466935"/>
              </a:xfrm>
              <a:blipFill>
                <a:blip r:embed="rId2"/>
                <a:stretch>
                  <a:fillRect l="-379" t="-8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AF2348F6-CB67-3D9A-CCFB-2D0DDB51F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38653"/>
                  </p:ext>
                </p:extLst>
              </p:nvPr>
            </p:nvGraphicFramePr>
            <p:xfrm>
              <a:off x="556192" y="2160158"/>
              <a:ext cx="6704821" cy="1923697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1694482">
                      <a:extLst>
                        <a:ext uri="{9D8B030D-6E8A-4147-A177-3AD203B41FA5}">
                          <a16:colId xmlns:a16="http://schemas.microsoft.com/office/drawing/2014/main" val="3306664432"/>
                        </a:ext>
                      </a:extLst>
                    </a:gridCol>
                    <a:gridCol w="1694482">
                      <a:extLst>
                        <a:ext uri="{9D8B030D-6E8A-4147-A177-3AD203B41FA5}">
                          <a16:colId xmlns:a16="http://schemas.microsoft.com/office/drawing/2014/main" val="662107082"/>
                        </a:ext>
                      </a:extLst>
                    </a:gridCol>
                    <a:gridCol w="1694482">
                      <a:extLst>
                        <a:ext uri="{9D8B030D-6E8A-4147-A177-3AD203B41FA5}">
                          <a16:colId xmlns:a16="http://schemas.microsoft.com/office/drawing/2014/main" val="1084984019"/>
                        </a:ext>
                      </a:extLst>
                    </a:gridCol>
                    <a:gridCol w="1621375">
                      <a:extLst>
                        <a:ext uri="{9D8B030D-6E8A-4147-A177-3AD203B41FA5}">
                          <a16:colId xmlns:a16="http://schemas.microsoft.com/office/drawing/2014/main" val="400430078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ru-RU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b="1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b="1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; −</m:t>
                                    </m:r>
                                    <m:f>
                                      <m:f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num>
                                      <m:den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ru-RU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i="0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1800" b="1" i="0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US" sz="1800" b="1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ru-RU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ru-RU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1" i="0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180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b="1" i="0" dirty="0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num>
                                      <m:den>
                                        <m:r>
                                          <a:rPr lang="en-US" sz="1800" b="1" i="0" dirty="0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den>
                                    </m:f>
                                    <m:r>
                                      <a:rPr lang="en-US" sz="1800" b="1" i="0" dirty="0" smtClean="0">
                                        <a:latin typeface="Cambria Math" panose="02040503050406030204" pitchFamily="18" charset="0"/>
                                      </a:rPr>
                                      <m:t>; +</m:t>
                                    </m:r>
                                    <m:r>
                                      <a:rPr lang="en-US" sz="1800" b="1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5449519"/>
                      </a:ext>
                    </a:extLst>
                  </a:tr>
                  <a:tr h="4460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839310"/>
                      </a:ext>
                    </a:extLst>
                  </a:tr>
                  <a:tr h="7698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Выпуклая вниз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Точка перегиба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Выпуклая вверх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34735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AF2348F6-CB67-3D9A-CCFB-2D0DDB51F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338653"/>
                  </p:ext>
                </p:extLst>
              </p:nvPr>
            </p:nvGraphicFramePr>
            <p:xfrm>
              <a:off x="556192" y="2160158"/>
              <a:ext cx="6704821" cy="1923697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1694482">
                      <a:extLst>
                        <a:ext uri="{9D8B030D-6E8A-4147-A177-3AD203B41FA5}">
                          <a16:colId xmlns:a16="http://schemas.microsoft.com/office/drawing/2014/main" val="3306664432"/>
                        </a:ext>
                      </a:extLst>
                    </a:gridCol>
                    <a:gridCol w="1694482">
                      <a:extLst>
                        <a:ext uri="{9D8B030D-6E8A-4147-A177-3AD203B41FA5}">
                          <a16:colId xmlns:a16="http://schemas.microsoft.com/office/drawing/2014/main" val="662107082"/>
                        </a:ext>
                      </a:extLst>
                    </a:gridCol>
                    <a:gridCol w="1694482">
                      <a:extLst>
                        <a:ext uri="{9D8B030D-6E8A-4147-A177-3AD203B41FA5}">
                          <a16:colId xmlns:a16="http://schemas.microsoft.com/office/drawing/2014/main" val="1084984019"/>
                        </a:ext>
                      </a:extLst>
                    </a:gridCol>
                    <a:gridCol w="1621375">
                      <a:extLst>
                        <a:ext uri="{9D8B030D-6E8A-4147-A177-3AD203B41FA5}">
                          <a16:colId xmlns:a16="http://schemas.microsoft.com/office/drawing/2014/main" val="4004300788"/>
                        </a:ext>
                      </a:extLst>
                    </a:gridCol>
                  </a:tblGrid>
                  <a:tr h="70777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0" t="-862" r="-297482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862" r="-196416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719" t="-862" r="-97122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14286" t="-862" r="-1504" b="-1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5449519"/>
                      </a:ext>
                    </a:extLst>
                  </a:tr>
                  <a:tr h="44604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60" t="-158108" r="-297482" b="-17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58108" r="-196416" b="-17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719" t="-158108" r="-97122" b="-17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14286" t="-158108" r="-1504" b="-1743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839310"/>
                      </a:ext>
                    </a:extLst>
                  </a:tr>
                  <a:tr h="76988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60" t="-151587" r="-297482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Выпуклая вниз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Точка перегиба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Выпуклая вверх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34735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99064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DA20C6D-7724-27AF-25AB-1AA0256008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192" y="1220380"/>
            <a:ext cx="8031615" cy="3466935"/>
          </a:xfrm>
        </p:spPr>
        <p:txBody>
          <a:bodyPr>
            <a:normAutofit/>
          </a:bodyPr>
          <a:lstStyle/>
          <a:p>
            <a:endParaRPr lang="ru-RU" sz="1800" dirty="0"/>
          </a:p>
          <a:p>
            <a:r>
              <a:rPr lang="ru-RU" sz="1800" dirty="0"/>
              <a:t> </a:t>
            </a:r>
            <a:r>
              <a:rPr lang="en-US" sz="1800" dirty="0"/>
              <a:t> </a:t>
            </a:r>
            <a:endParaRPr lang="ru-RU" sz="1800" dirty="0"/>
          </a:p>
          <a:p>
            <a:endParaRPr lang="en-US" sz="1800" b="0" dirty="0">
              <a:ea typeface="Cambria Math" panose="020405030504060302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E337F8-69CD-8971-CA64-62D8F220CCC2}"/>
                  </a:ext>
                </a:extLst>
              </p:cNvPr>
              <p:cNvSpPr txBox="1"/>
              <p:nvPr/>
            </p:nvSpPr>
            <p:spPr>
              <a:xfrm>
                <a:off x="556191" y="1334347"/>
                <a:ext cx="7849516" cy="3929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ctrlP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>
                                      <m:r>
                                        <m:rPr>
                                          <m:brk m:alnAt="7"/>
                                        </m:rP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g>
                                    <m:e>
                                      <m:sSup>
                                        <m:sSupPr>
                                          <m:ctrlPr>
                                            <a:rPr lang="ru-RU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 dirty="0">
                                              <a:latin typeface="Cambria Math" panose="02040503050406030204" pitchFamily="18" charset="0"/>
                                            </a:rPr>
                                            <m:t>(8−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ru-RU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i="1" dirty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−8|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ru-RU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ru-RU" i="1" dirty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−8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</m:d>
                            </m:den>
                          </m:f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</m:den>
                      </m:f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</m:den>
                      </m:f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    </m:t>
                      </m:r>
                      <m:f>
                        <m:f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+16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</m:den>
                      </m:f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</m:oMath>
                  </m:oMathPara>
                </a14:m>
                <a:endParaRPr lang="en-US" sz="1800" b="0" dirty="0"/>
              </a:p>
              <a:p>
                <a:endParaRPr lang="en-US" sz="1800" b="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E337F8-69CD-8971-CA64-62D8F220C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91" y="1334347"/>
                <a:ext cx="7849516" cy="3929153"/>
              </a:xfrm>
              <a:prstGeom prst="rect">
                <a:avLst/>
              </a:prstGeom>
              <a:blipFill>
                <a:blip r:embed="rId2"/>
                <a:stretch>
                  <a:fillRect l="-699" t="-3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126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DA20C6D-7724-27AF-25AB-1AA0256008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192" y="1220380"/>
            <a:ext cx="8031615" cy="3466935"/>
          </a:xfrm>
        </p:spPr>
        <p:txBody>
          <a:bodyPr>
            <a:normAutofit/>
          </a:bodyPr>
          <a:lstStyle/>
          <a:p>
            <a:endParaRPr lang="ru-RU" sz="1800" dirty="0"/>
          </a:p>
          <a:p>
            <a:r>
              <a:rPr lang="ru-RU" sz="1800" dirty="0"/>
              <a:t> </a:t>
            </a:r>
            <a:r>
              <a:rPr lang="en-US" sz="1800" dirty="0"/>
              <a:t> </a:t>
            </a:r>
            <a:endParaRPr lang="ru-RU" sz="1800" dirty="0"/>
          </a:p>
          <a:p>
            <a:endParaRPr lang="en-US" sz="1800" b="0" dirty="0">
              <a:ea typeface="Cambria Math" panose="020405030504060302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401935-192A-43AE-3451-DE557C93621C}"/>
                  </a:ext>
                </a:extLst>
              </p:cNvPr>
              <p:cNvSpPr txBox="1"/>
              <p:nvPr/>
            </p:nvSpPr>
            <p:spPr>
              <a:xfrm>
                <a:off x="453813" y="1152647"/>
                <a:ext cx="6929120" cy="1880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+16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sz="16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sz="16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d>
                        </m:den>
                      </m:f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=0,                                     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≠2 ;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+16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+16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=0,                      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          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=−16 ,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=0          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=−2</m:t>
                      </m:r>
                      <m:rad>
                        <m:ra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;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401935-192A-43AE-3451-DE557C936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13" y="1152647"/>
                <a:ext cx="6929120" cy="1880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5E9E7347-C6C3-5C7A-7A69-BDEF3D6D5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4272945"/>
                  </p:ext>
                </p:extLst>
              </p:nvPr>
            </p:nvGraphicFramePr>
            <p:xfrm>
              <a:off x="556192" y="3100767"/>
              <a:ext cx="7084128" cy="1427607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710422">
                      <a:extLst>
                        <a:ext uri="{9D8B030D-6E8A-4147-A177-3AD203B41FA5}">
                          <a16:colId xmlns:a16="http://schemas.microsoft.com/office/drawing/2014/main" val="1061581420"/>
                        </a:ext>
                      </a:extLst>
                    </a:gridCol>
                    <a:gridCol w="1490133">
                      <a:extLst>
                        <a:ext uri="{9D8B030D-6E8A-4147-A177-3AD203B41FA5}">
                          <a16:colId xmlns:a16="http://schemas.microsoft.com/office/drawing/2014/main" val="3393267606"/>
                        </a:ext>
                      </a:extLst>
                    </a:gridCol>
                    <a:gridCol w="1239520">
                      <a:extLst>
                        <a:ext uri="{9D8B030D-6E8A-4147-A177-3AD203B41FA5}">
                          <a16:colId xmlns:a16="http://schemas.microsoft.com/office/drawing/2014/main" val="2998355745"/>
                        </a:ext>
                      </a:extLst>
                    </a:gridCol>
                    <a:gridCol w="1293706">
                      <a:extLst>
                        <a:ext uri="{9D8B030D-6E8A-4147-A177-3AD203B41FA5}">
                          <a16:colId xmlns:a16="http://schemas.microsoft.com/office/drawing/2014/main" val="3087174876"/>
                        </a:ext>
                      </a:extLst>
                    </a:gridCol>
                    <a:gridCol w="1165014">
                      <a:extLst>
                        <a:ext uri="{9D8B030D-6E8A-4147-A177-3AD203B41FA5}">
                          <a16:colId xmlns:a16="http://schemas.microsoft.com/office/drawing/2014/main" val="751598676"/>
                        </a:ext>
                      </a:extLst>
                    </a:gridCol>
                    <a:gridCol w="1185333">
                      <a:extLst>
                        <a:ext uri="{9D8B030D-6E8A-4147-A177-3AD203B41FA5}">
                          <a16:colId xmlns:a16="http://schemas.microsoft.com/office/drawing/2014/main" val="736556807"/>
                        </a:ext>
                      </a:extLst>
                    </a:gridCol>
                  </a:tblGrid>
                  <a:tr h="39039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ru-RU" b="1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ru-RU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800" b="1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800" b="1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; 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ad>
                                      <m:rad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deg>
                                      <m:e>
                                        <m: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</m:e>
                                </m:d>
                              </m:oMath>
                            </m:oMathPara>
                          </a14:m>
                          <a:endParaRPr lang="ru-RU" sz="16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ad>
                                  <m:rad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g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ru-RU" b="1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ru-RU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ad>
                                      <m:rad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800" b="1" i="0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deg>
                                      <m:e>
                                        <m:r>
                                          <a:rPr lang="en-US" sz="1800" b="1" i="0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b="1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ru-RU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1800" b="1" i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 +</m:t>
                                    </m:r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574328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7435398"/>
                      </a:ext>
                    </a:extLst>
                  </a:tr>
                  <a:tr h="15123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Выпуклая вниз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Точка перегиба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Выпуклая вверх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Точка перегиба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Выпуклая вниз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7048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5E9E7347-C6C3-5C7A-7A69-BDEF3D6D50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4272945"/>
                  </p:ext>
                </p:extLst>
              </p:nvPr>
            </p:nvGraphicFramePr>
            <p:xfrm>
              <a:off x="556192" y="3100767"/>
              <a:ext cx="7084128" cy="1427607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710422">
                      <a:extLst>
                        <a:ext uri="{9D8B030D-6E8A-4147-A177-3AD203B41FA5}">
                          <a16:colId xmlns:a16="http://schemas.microsoft.com/office/drawing/2014/main" val="1061581420"/>
                        </a:ext>
                      </a:extLst>
                    </a:gridCol>
                    <a:gridCol w="1490133">
                      <a:extLst>
                        <a:ext uri="{9D8B030D-6E8A-4147-A177-3AD203B41FA5}">
                          <a16:colId xmlns:a16="http://schemas.microsoft.com/office/drawing/2014/main" val="3393267606"/>
                        </a:ext>
                      </a:extLst>
                    </a:gridCol>
                    <a:gridCol w="1239520">
                      <a:extLst>
                        <a:ext uri="{9D8B030D-6E8A-4147-A177-3AD203B41FA5}">
                          <a16:colId xmlns:a16="http://schemas.microsoft.com/office/drawing/2014/main" val="2998355745"/>
                        </a:ext>
                      </a:extLst>
                    </a:gridCol>
                    <a:gridCol w="1293706">
                      <a:extLst>
                        <a:ext uri="{9D8B030D-6E8A-4147-A177-3AD203B41FA5}">
                          <a16:colId xmlns:a16="http://schemas.microsoft.com/office/drawing/2014/main" val="3087174876"/>
                        </a:ext>
                      </a:extLst>
                    </a:gridCol>
                    <a:gridCol w="1165014">
                      <a:extLst>
                        <a:ext uri="{9D8B030D-6E8A-4147-A177-3AD203B41FA5}">
                          <a16:colId xmlns:a16="http://schemas.microsoft.com/office/drawing/2014/main" val="751598676"/>
                        </a:ext>
                      </a:extLst>
                    </a:gridCol>
                    <a:gridCol w="1185333">
                      <a:extLst>
                        <a:ext uri="{9D8B030D-6E8A-4147-A177-3AD203B41FA5}">
                          <a16:colId xmlns:a16="http://schemas.microsoft.com/office/drawing/2014/main" val="736556807"/>
                        </a:ext>
                      </a:extLst>
                    </a:gridCol>
                  </a:tblGrid>
                  <a:tr h="421767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5" t="-1449" r="-897436" b="-2637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361" t="-1449" r="-330328" b="-2637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7451" t="-1449" r="-295098" b="-2637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6981" t="-1449" r="-183962" b="-2637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7330" t="-1449" r="-104188" b="-2637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6923" t="-1449" r="-2051" b="-2637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74328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55" t="-114754" r="-897436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8361" t="-114754" r="-330328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77451" t="-114754" r="-295098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66981" t="-114754" r="-183962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07330" t="-114754" r="-104188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96923" t="-114754" r="-2051" b="-1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743539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55" t="-124762" r="-897436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Выпуклая вниз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Точка перегиба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Выпуклая вверх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Точка перегиба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Выпуклая вниз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27048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03587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86859" y="1016000"/>
                <a:ext cx="8262688" cy="3664373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6) Проверьте наличие вертикальных, горизонтальных и наклонных асимптот графика функции.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sz="1600" dirty="0"/>
                  <a:t> </a:t>
                </a:r>
                <a:r>
                  <a:rPr lang="ru-RU" sz="1200" dirty="0"/>
                  <a:t>Найдем</a:t>
                </a:r>
                <a:r>
                  <a:rPr lang="ru-RU" sz="1400" dirty="0"/>
                  <a:t> </a:t>
                </a:r>
                <a:r>
                  <a:rPr lang="ru-RU" sz="1200" dirty="0"/>
                  <a:t>горизонтальную</a:t>
                </a:r>
                <a:r>
                  <a:rPr lang="ru-RU" sz="1400" dirty="0"/>
                  <a:t> асимптоту через пределы</a:t>
                </a:r>
                <a:r>
                  <a:rPr lang="en-US" sz="1400" dirty="0"/>
                  <a:t>:</a:t>
                </a:r>
                <a:endParaRPr lang="ru-RU" sz="14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BR" sz="1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sz="14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140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  <m:f>
                                      <m:f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=2,</m:t>
                        </m:r>
                      </m:e>
                    </m:func>
                  </m:oMath>
                </a14:m>
                <a:r>
                  <a:rPr lang="en-US" sz="1400" b="1" dirty="0"/>
                  <a:t> </a:t>
                </a:r>
                <a:r>
                  <a:rPr lang="ru-RU" sz="1200" b="1" dirty="0"/>
                  <a:t>Горизонтальная</a:t>
                </a:r>
                <a:r>
                  <a:rPr lang="ru-RU" sz="1400" b="1" dirty="0"/>
                  <a:t> асимптота</a:t>
                </a:r>
                <a:r>
                  <a:rPr lang="en-US" sz="1400" b="1" dirty="0"/>
                  <a:t>: y=2</a:t>
                </a:r>
                <a:r>
                  <a:rPr lang="ru-RU" sz="1400" b="1" dirty="0"/>
                  <a:t> </a:t>
                </a:r>
                <a:endParaRPr lang="en-US" sz="1400" dirty="0"/>
              </a:p>
              <a:p>
                <a:r>
                  <a:rPr lang="ru-RU" sz="1200" dirty="0"/>
                  <a:t>Найдем вертикальные асимптоты через пределы</a:t>
                </a:r>
                <a:r>
                  <a:rPr lang="en-US" sz="1200" dirty="0"/>
                  <a:t>:</a:t>
                </a:r>
                <a:endParaRPr lang="ru-RU" sz="12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1400" i="1">
                                <a:latin typeface="Cambria Math" panose="02040503050406030204" pitchFamily="18" charset="0"/>
                              </a:rPr>
                              <m:t>→ 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fun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1400" dirty="0"/>
                  <a:t>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1400" i="1">
                                <a:latin typeface="Cambria Math" panose="02040503050406030204" pitchFamily="18" charset="0"/>
                              </a:rPr>
                              <m:t>→ 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func>
                  </m:oMath>
                </a14:m>
                <a:endParaRPr lang="en-US" sz="1400" dirty="0"/>
              </a:p>
              <a:p>
                <a:r>
                  <a:rPr lang="ru-RU" sz="1200" dirty="0">
                    <a:cs typeface="Times New Roman" panose="02020603050405020304" pitchFamily="18" charset="0"/>
                  </a:rPr>
                  <a:t>Поскольку левосторонний и правосторонний пределы неравны и оба бесконечны</a:t>
                </a:r>
                <a:r>
                  <a:rPr lang="en-US" sz="1200" dirty="0">
                    <a:cs typeface="Times New Roman" panose="02020603050405020304" pitchFamily="18" charset="0"/>
                  </a:rPr>
                  <a:t>:</a:t>
                </a:r>
                <a:r>
                  <a:rPr lang="ru-RU" sz="1200" dirty="0">
                    <a:cs typeface="Times New Roman" panose="02020603050405020304" pitchFamily="18" charset="0"/>
                  </a:rPr>
                  <a:t> </a:t>
                </a:r>
                <a:r>
                  <a:rPr lang="ru-RU" sz="1200" b="1" dirty="0">
                    <a:cs typeface="Times New Roman" panose="02020603050405020304" pitchFamily="18" charset="0"/>
                  </a:rPr>
                  <a:t>Вертикальная асимптота</a:t>
                </a:r>
                <a:r>
                  <a:rPr lang="en-US" sz="1200" b="1" dirty="0">
                    <a:cs typeface="Times New Roman" panose="02020603050405020304" pitchFamily="18" charset="0"/>
                  </a:rPr>
                  <a:t>: x=0</a:t>
                </a:r>
                <a:endParaRPr lang="ru-RU" sz="1200" b="1" dirty="0">
                  <a:cs typeface="Times New Roman" panose="02020603050405020304" pitchFamily="18" charset="0"/>
                </a:endParaRPr>
              </a:p>
              <a:p>
                <a:r>
                  <a:rPr lang="ru-RU" sz="1200" dirty="0"/>
                  <a:t>Найдем наклонную асимптоты через пределы</a:t>
                </a:r>
                <a:r>
                  <a:rPr lang="en-US" sz="1200" dirty="0"/>
                  <a:t>:</a:t>
                </a:r>
                <a:endParaRPr lang="ru-RU" sz="1200" dirty="0"/>
              </a:p>
              <a:p>
                <a:endParaRPr lang="ru-RU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→ +∞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→ +∞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ru-RU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sz="12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sz="12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⟹∄</m:t>
                          </m:r>
                        </m:e>
                      </m:func>
                      <m:r>
                        <a:rPr lang="ru-RU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наклонных асимптот</m:t>
                      </m:r>
                    </m:oMath>
                  </m:oMathPara>
                </a14:m>
                <a:endParaRPr lang="ru-RU" sz="1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86859" y="1016000"/>
                <a:ext cx="8262688" cy="3664373"/>
              </a:xfrm>
              <a:blipFill>
                <a:blip r:embed="rId2"/>
                <a:stretch>
                  <a:fillRect l="-1475" t="-2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843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56192" y="1220380"/>
                <a:ext cx="8031615" cy="3466935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18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sz="1800" i="1" dirty="0">
                    <a:latin typeface="Cambria Math" panose="02040503050406030204" pitchFamily="18" charset="0"/>
                  </a:rPr>
                  <a:t> </a:t>
                </a:r>
                <a:r>
                  <a:rPr lang="ru-RU" sz="1400" dirty="0"/>
                  <a:t>Найдем горизонтальную асимптоту</a:t>
                </a:r>
                <a:r>
                  <a:rPr lang="en-US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  <m:t>→ +∞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+8</m:t>
                              </m:r>
                            </m:e>
                          </m:ra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func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endParaRPr lang="en-US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  <m:t>→ −∞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+8</m:t>
                              </m:r>
                            </m:e>
                          </m:ra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func>
                    </m:oMath>
                  </m:oMathPara>
                </a14:m>
                <a:endParaRPr lang="ru-RU" sz="1400" i="1" dirty="0">
                  <a:latin typeface="Cambria Math" panose="02040503050406030204" pitchFamily="18" charset="0"/>
                </a:endParaRPr>
              </a:p>
              <a:p>
                <a:r>
                  <a:rPr lang="ru-RU" sz="1400" dirty="0"/>
                  <a:t>Пределы бесконечны </a:t>
                </a:r>
                <a14:m>
                  <m:oMath xmlns:m="http://schemas.openxmlformats.org/officeDocument/2006/math">
                    <m:r>
                      <a:rPr lang="ru-RU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ru-RU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u-RU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∄</m:t>
                    </m:r>
                  </m:oMath>
                </a14:m>
                <a:r>
                  <a:rPr lang="ru-RU" sz="1400" b="1" dirty="0"/>
                  <a:t> горизонтальных асимптот</a:t>
                </a:r>
              </a:p>
              <a:p>
                <a:r>
                  <a:rPr lang="ru-RU" sz="1400" dirty="0"/>
                  <a:t>Найдем наклонные асимптоты</a:t>
                </a:r>
                <a:r>
                  <a:rPr lang="en-US" sz="1400" dirty="0"/>
                  <a:t>:</a:t>
                </a:r>
                <a:endParaRPr lang="ru-RU" sz="1400" dirty="0"/>
              </a:p>
              <a:p>
                <a:endParaRPr lang="ru-R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→ +∞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ru-RU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→ +∞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ru-RU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ru-RU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ru-RU" sz="1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rad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→ +∞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=−1 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r>
                  <a:rPr lang="ru-RU" sz="1400" b="1" dirty="0"/>
                  <a:t>Наклонная асимптота</a:t>
                </a:r>
                <a:r>
                  <a:rPr lang="en-US" sz="1400" b="1" dirty="0"/>
                  <a:t>: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1400" b="1" dirty="0"/>
              </a:p>
              <a:p>
                <a:endParaRPr lang="en-US" sz="1400" dirty="0"/>
              </a:p>
              <a:p>
                <a:endParaRPr lang="en-US" sz="1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56192" y="1220380"/>
                <a:ext cx="8031615" cy="3466935"/>
              </a:xfrm>
              <a:blipFill>
                <a:blip r:embed="rId2"/>
                <a:stretch>
                  <a:fillRect l="-1593" t="-22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Исследование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4192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диаграмма, карта, План, схематичный&#10;&#10;Автоматически созданное описание">
            <a:extLst>
              <a:ext uri="{FF2B5EF4-FFF2-40B4-BE49-F238E27FC236}">
                <a16:creationId xmlns:a16="http://schemas.microsoft.com/office/drawing/2014/main" id="{FE29BCA2-DF8F-E720-5F76-D4A6DA34D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42" y="1185333"/>
            <a:ext cx="4723099" cy="3452706"/>
          </a:xfrm>
          <a:prstGeom prst="rect">
            <a:avLst/>
          </a:prstGeom>
        </p:spPr>
      </p:pic>
      <p:pic>
        <p:nvPicPr>
          <p:cNvPr id="7" name="Рисунок 6" descr="Изображение выглядит как шаблон, ткань, шов&#10;&#10;Автоматически созданное описание">
            <a:extLst>
              <a:ext uri="{FF2B5EF4-FFF2-40B4-BE49-F238E27FC236}">
                <a16:creationId xmlns:a16="http://schemas.microsoft.com/office/drawing/2014/main" id="{49757C6B-EE64-E45F-89A4-27EE831B7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791" y="1838747"/>
            <a:ext cx="1902037" cy="1902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13A0EB-E165-3D84-BE23-937BDFBAC67E}"/>
              </a:ext>
            </a:extLst>
          </p:cNvPr>
          <p:cNvSpPr txBox="1"/>
          <p:nvPr/>
        </p:nvSpPr>
        <p:spPr>
          <a:xfrm>
            <a:off x="5990378" y="3740784"/>
            <a:ext cx="2094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QR-</a:t>
            </a:r>
            <a:r>
              <a:rPr lang="ru-RU" sz="1600" dirty="0"/>
              <a:t>код на файл в </a:t>
            </a:r>
            <a:endParaRPr lang="en-US" sz="1600" dirty="0"/>
          </a:p>
          <a:p>
            <a:r>
              <a:rPr lang="ru-RU" sz="1600" dirty="0"/>
              <a:t>формате</a:t>
            </a:r>
            <a:r>
              <a:rPr lang="en-US" sz="1600" dirty="0"/>
              <a:t> PDF</a:t>
            </a:r>
            <a:r>
              <a:rPr lang="ru-RU" sz="1600" dirty="0"/>
              <a:t> и </a:t>
            </a:r>
            <a:r>
              <a:rPr lang="ru-RU" sz="1600" dirty="0">
                <a:hlinkClick r:id="rId4"/>
              </a:rPr>
              <a:t>ссылка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686494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3822" y="1076702"/>
            <a:ext cx="7787473" cy="370067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strike="noStrike" spc="-1" dirty="0"/>
              <a:t>Роман Бурейко Олегович – 2</a:t>
            </a:r>
            <a:r>
              <a:rPr lang="en-US" sz="1800" strike="noStrike" spc="-1" dirty="0"/>
              <a:t>0%</a:t>
            </a:r>
            <a:endParaRPr lang="ru-RU" sz="1800" strike="noStrike" spc="-1" dirty="0"/>
          </a:p>
          <a:p>
            <a:pPr>
              <a:lnSpc>
                <a:spcPct val="100000"/>
              </a:lnSpc>
              <a:buNone/>
            </a:pPr>
            <a:r>
              <a:rPr lang="ru-RU" sz="1800" spc="-1" dirty="0"/>
              <a:t>Кочканов Мухаммадзиё Валижонович</a:t>
            </a:r>
            <a:r>
              <a:rPr lang="en-US" sz="1800" spc="-1" dirty="0"/>
              <a:t> – 20</a:t>
            </a:r>
            <a:r>
              <a:rPr lang="ru-RU" sz="1800" spc="-1" dirty="0"/>
              <a:t>%</a:t>
            </a:r>
          </a:p>
          <a:p>
            <a:pPr>
              <a:lnSpc>
                <a:spcPct val="100000"/>
              </a:lnSpc>
              <a:buNone/>
            </a:pPr>
            <a:r>
              <a:rPr lang="ru-RU" sz="1800" strike="noStrike" spc="-1" dirty="0"/>
              <a:t>Баукин Максим Александрович – </a:t>
            </a:r>
            <a:r>
              <a:rPr lang="en-US" sz="1800" spc="-1" dirty="0"/>
              <a:t>2</a:t>
            </a:r>
            <a:r>
              <a:rPr lang="ru-RU" sz="1800" strike="noStrike" spc="-1" dirty="0"/>
              <a:t>0</a:t>
            </a:r>
            <a:r>
              <a:rPr lang="en-US" sz="1800" strike="noStrike" spc="-1" dirty="0"/>
              <a:t>%</a:t>
            </a:r>
            <a:endParaRPr lang="ru-RU" sz="1800" strike="noStrike" spc="-1" dirty="0"/>
          </a:p>
          <a:p>
            <a:pPr>
              <a:lnSpc>
                <a:spcPct val="100000"/>
              </a:lnSpc>
              <a:buNone/>
            </a:pPr>
            <a:r>
              <a:rPr lang="ru-RU" sz="1800" spc="-1" dirty="0"/>
              <a:t>Зорин Георгий Юрьевич</a:t>
            </a:r>
            <a:r>
              <a:rPr lang="en-US" sz="1800" spc="-1" dirty="0"/>
              <a:t> – 20%</a:t>
            </a:r>
            <a:endParaRPr lang="ru-RU" sz="1800" spc="-1" dirty="0"/>
          </a:p>
          <a:p>
            <a:pPr>
              <a:lnSpc>
                <a:spcPct val="100000"/>
              </a:lnSpc>
              <a:buNone/>
            </a:pPr>
            <a:r>
              <a:rPr lang="ru-RU" sz="1800" strike="noStrike" spc="-1" dirty="0"/>
              <a:t>Ике Холи Дестини</a:t>
            </a:r>
            <a:r>
              <a:rPr lang="en-US" sz="1800" strike="noStrike" spc="-1" dirty="0"/>
              <a:t> – 20%</a:t>
            </a:r>
            <a:endParaRPr lang="ru-RU" sz="1800" strike="noStrike" spc="-1" dirty="0"/>
          </a:p>
          <a:p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22" y="132230"/>
            <a:ext cx="8529475" cy="527284"/>
          </a:xfrm>
        </p:spPr>
        <p:txBody>
          <a:bodyPr>
            <a:normAutofit/>
          </a:bodyPr>
          <a:lstStyle/>
          <a:p>
            <a:r>
              <a:rPr lang="ru-RU" b="1" dirty="0">
                <a:latin typeface="Golos Text" panose="020B0503020202020204"/>
              </a:rPr>
              <a:t>Оценочный лист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4383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457200" y="1801800"/>
            <a:ext cx="8228520" cy="61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FFFFFF"/>
                </a:solidFill>
                <a:latin typeface="Golos Text DemiBold"/>
              </a:rPr>
              <a:t>Спасибо</a:t>
            </a:r>
            <a:br>
              <a:rPr sz="4400"/>
            </a:br>
            <a:r>
              <a:rPr lang="ru-RU" sz="4400" b="1" strike="noStrike" spc="-1">
                <a:solidFill>
                  <a:srgbClr val="FFFFFF"/>
                </a:solidFill>
                <a:latin typeface="Golos Text DemiBold"/>
              </a:rPr>
              <a:t>за внимание!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90" name="TextBox 2"/>
          <p:cNvSpPr/>
          <p:nvPr/>
        </p:nvSpPr>
        <p:spPr>
          <a:xfrm>
            <a:off x="5615237" y="3329072"/>
            <a:ext cx="3528763" cy="1814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FFFFFF"/>
                </a:solidFill>
                <a:latin typeface="Golos Text"/>
              </a:rPr>
              <a:t>Выполнили студенты ИТМО</a:t>
            </a:r>
            <a:r>
              <a:rPr lang="ru-RU" sz="1600" spc="-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FFFFFF"/>
                </a:solidFill>
                <a:latin typeface="Golos Text"/>
              </a:rPr>
              <a:t>Роман Бурейко Олегович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spc="-1" dirty="0">
                <a:solidFill>
                  <a:srgbClr val="FFFFFF"/>
                </a:solidFill>
                <a:latin typeface="Golos Text"/>
              </a:rPr>
              <a:t>Кочканов Мухаммадзиё Валижонович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FFFFFF"/>
                </a:solidFill>
                <a:latin typeface="Golos Text"/>
              </a:rPr>
              <a:t>Баукин Максим Александрович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spc="-1" dirty="0">
                <a:solidFill>
                  <a:srgbClr val="FFFFFF"/>
                </a:solidFill>
                <a:latin typeface="Golos Text"/>
              </a:rPr>
              <a:t>Зорин Георгий Юрьевич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FFFFFF"/>
                </a:solidFill>
                <a:latin typeface="Golos Text"/>
              </a:rPr>
              <a:t>Ике Холи Дестини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400" spc="-1" dirty="0">
                <a:solidFill>
                  <a:srgbClr val="FFFFFF"/>
                </a:solidFill>
                <a:latin typeface="Golos Text"/>
              </a:rPr>
              <a:t>Поток 10.3</a:t>
            </a:r>
            <a:endParaRPr lang="ru-RU" sz="1400" b="0" strike="noStrike" spc="-1" dirty="0">
              <a:solidFill>
                <a:srgbClr val="FFFFFF"/>
              </a:solidFill>
              <a:latin typeface="Golos Tex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EFF44-789C-5643-92AC-09D9CCD02B34}"/>
              </a:ext>
            </a:extLst>
          </p:cNvPr>
          <p:cNvSpPr txBox="1"/>
          <p:nvPr/>
        </p:nvSpPr>
        <p:spPr>
          <a:xfrm>
            <a:off x="3882266" y="4804946"/>
            <a:ext cx="1378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26.1</a:t>
            </a:r>
            <a:r>
              <a:rPr lang="en-US" sz="1600" b="1" dirty="0">
                <a:solidFill>
                  <a:schemeClr val="bg1"/>
                </a:solidFill>
              </a:rPr>
              <a:t>2</a:t>
            </a:r>
            <a:r>
              <a:rPr lang="ru-RU" sz="1600" b="1" dirty="0">
                <a:solidFill>
                  <a:schemeClr val="bg1"/>
                </a:solidFill>
              </a:rPr>
              <a:t>.2023 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12345</TotalTime>
  <Words>1408</Words>
  <Application>Microsoft Office PowerPoint</Application>
  <PresentationFormat>Экран (16:9)</PresentationFormat>
  <Paragraphs>219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28</vt:i4>
      </vt:variant>
    </vt:vector>
  </HeadingPairs>
  <TitlesOfParts>
    <vt:vector size="40" baseType="lpstr">
      <vt:lpstr>DengXian</vt:lpstr>
      <vt:lpstr>Arial</vt:lpstr>
      <vt:lpstr>Calibri</vt:lpstr>
      <vt:lpstr>Cambria Math</vt:lpstr>
      <vt:lpstr>Golos Text</vt:lpstr>
      <vt:lpstr>Golos Text DemiBold</vt:lpstr>
      <vt:lpstr>Symbol</vt:lpstr>
      <vt:lpstr>Times New Roman</vt:lpstr>
      <vt:lpstr>Wingdings</vt:lpstr>
      <vt:lpstr>Office Theme</vt:lpstr>
      <vt:lpstr>Office Theme</vt:lpstr>
      <vt:lpstr>Office Theme</vt:lpstr>
      <vt:lpstr>ПРОСТРАНСТВЕННЫЙ ПОВОРОТ В ИССЛЕДОВАНИЯХ БЛОКАДНЫХ ЭГО-ДОКУМЕНТОВ НА ПРИМЕРЕ ДНЕВНИКА АНИСИМА НИКУЛИНА </vt:lpstr>
      <vt:lpstr>Цель проекта</vt:lpstr>
      <vt:lpstr> </vt:lpstr>
      <vt:lpstr>Презентация PowerPoint</vt:lpstr>
      <vt:lpstr>Презентация PowerPoint</vt:lpstr>
      <vt:lpstr> </vt:lpstr>
      <vt:lpstr>Задание 2. Наибольшее и наименьшее значения функции </vt:lpstr>
      <vt:lpstr>Задание 2. Наибольшее и наименьшее значения функции т</vt:lpstr>
      <vt:lpstr>Задание 2. Наибольшее и наименьшее значения функции </vt:lpstr>
      <vt:lpstr>Задание 2. Наибольшее и наименьшее значения функции</vt:lpstr>
      <vt:lpstr>Задание 2. Наибольшее и наименьшее значения функции</vt:lpstr>
      <vt:lpstr>Задание 3. Графики функции и производной </vt:lpstr>
      <vt:lpstr>Задание 3. Графики функции и производной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Задание 4. Исследование функции</vt:lpstr>
      <vt:lpstr>Презентация PowerPoint</vt:lpstr>
      <vt:lpstr>Оценочный лист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dc:description/>
  <cp:lastModifiedBy>Баукин Максим</cp:lastModifiedBy>
  <cp:revision>120</cp:revision>
  <dcterms:created xsi:type="dcterms:W3CDTF">2014-06-27T12:30:22Z</dcterms:created>
  <dcterms:modified xsi:type="dcterms:W3CDTF">2024-04-09T12:06:00Z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r8>15</vt:r8>
  </property>
</Properties>
</file>